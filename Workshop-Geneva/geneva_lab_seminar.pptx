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0" r:id="rId1"/>
  </p:sldMasterIdLst>
  <p:notesMasterIdLst>
    <p:notesMasterId r:id="rId39"/>
  </p:notesMasterIdLst>
  <p:handoutMasterIdLst>
    <p:handoutMasterId r:id="rId40"/>
  </p:handoutMasterIdLst>
  <p:sldIdLst>
    <p:sldId id="275" r:id="rId2"/>
    <p:sldId id="292" r:id="rId3"/>
    <p:sldId id="312" r:id="rId4"/>
    <p:sldId id="303" r:id="rId5"/>
    <p:sldId id="305" r:id="rId6"/>
    <p:sldId id="313" r:id="rId7"/>
    <p:sldId id="306" r:id="rId8"/>
    <p:sldId id="307" r:id="rId9"/>
    <p:sldId id="336" r:id="rId10"/>
    <p:sldId id="337" r:id="rId11"/>
    <p:sldId id="314" r:id="rId12"/>
    <p:sldId id="309" r:id="rId13"/>
    <p:sldId id="310" r:id="rId14"/>
    <p:sldId id="329" r:id="rId15"/>
    <p:sldId id="330" r:id="rId16"/>
    <p:sldId id="318" r:id="rId17"/>
    <p:sldId id="319" r:id="rId18"/>
    <p:sldId id="320" r:id="rId19"/>
    <p:sldId id="321" r:id="rId20"/>
    <p:sldId id="315" r:id="rId21"/>
    <p:sldId id="316" r:id="rId22"/>
    <p:sldId id="317" r:id="rId23"/>
    <p:sldId id="338" r:id="rId24"/>
    <p:sldId id="340" r:id="rId25"/>
    <p:sldId id="322" r:id="rId26"/>
    <p:sldId id="323" r:id="rId27"/>
    <p:sldId id="325" r:id="rId28"/>
    <p:sldId id="341" r:id="rId29"/>
    <p:sldId id="327" r:id="rId30"/>
    <p:sldId id="333" r:id="rId31"/>
    <p:sldId id="328" r:id="rId32"/>
    <p:sldId id="331" r:id="rId33"/>
    <p:sldId id="335" r:id="rId34"/>
    <p:sldId id="334" r:id="rId35"/>
    <p:sldId id="339" r:id="rId36"/>
    <p:sldId id="286" r:id="rId37"/>
    <p:sldId id="262" r:id="rId38"/>
  </p:sldIdLst>
  <p:sldSz cx="12195175" cy="6858000"/>
  <p:notesSz cx="6858000" cy="9144000"/>
  <p:embeddedFontLst>
    <p:embeddedFont>
      <p:font typeface="Cambria Math" panose="02040503050406030204" pitchFamily="18" charset="0"/>
      <p:regular r:id="rId41"/>
    </p:embeddedFont>
    <p:embeddedFont>
      <p:font typeface="Consolas" panose="020B0609020204030204" pitchFamily="49" charset="0"/>
      <p:regular r:id="rId42"/>
      <p:bold r:id="rId43"/>
      <p:italic r:id="rId44"/>
      <p:boldItalic r:id="rId45"/>
    </p:embeddedFont>
    <p:embeddedFont>
      <p:font typeface="Merriweather Light" panose="02060503050406030704" pitchFamily="18" charset="0"/>
      <p:regular r:id="rId46"/>
      <p:italic r:id="rId47"/>
    </p:embeddedFont>
    <p:embeddedFont>
      <p:font typeface="Merriweather Regular" panose="02060503050406030704" pitchFamily="18" charset="0"/>
      <p:regular r:id="rId48"/>
      <p:bold r:id="rId49"/>
      <p:italic r:id="rId50"/>
      <p:boldItalic r:id="rId51"/>
    </p:embeddedFont>
    <p:embeddedFont>
      <p:font typeface="Open Sans" panose="020B0606030504020204" pitchFamily="34" charset="0"/>
      <p:regular r:id="rId52"/>
      <p:bold r:id="rId53"/>
      <p:italic r:id="rId54"/>
      <p:boldItalic r:id="rId55"/>
    </p:embeddedFont>
    <p:embeddedFont>
      <p:font typeface="Open Sans Light" panose="020B0306030504020204" pitchFamily="34" charset="0"/>
      <p:regular r:id="rId56"/>
      <p:italic r:id="rId57"/>
    </p:embeddedFont>
    <p:embeddedFont>
      <p:font typeface="Verdana" panose="020B0604030504040204" pitchFamily="34" charset="0"/>
      <p:regular r:id="rId58"/>
      <p:bold r:id="rId59"/>
      <p:italic r:id="rId60"/>
      <p:boldItalic r:id="rId61"/>
    </p:embeddedFont>
  </p:embeddedFontLst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0">
          <p15:clr>
            <a:srgbClr val="A4A3A4"/>
          </p15:clr>
        </p15:guide>
        <p15:guide id="2" orient="horz" pos="4038">
          <p15:clr>
            <a:srgbClr val="A4A3A4"/>
          </p15:clr>
        </p15:guide>
        <p15:guide id="3" orient="horz" pos="989">
          <p15:clr>
            <a:srgbClr val="A4A3A4"/>
          </p15:clr>
        </p15:guide>
        <p15:guide id="4" orient="horz" pos="2682">
          <p15:clr>
            <a:srgbClr val="A4A3A4"/>
          </p15:clr>
        </p15:guide>
        <p15:guide id="5" orient="horz" pos="104">
          <p15:clr>
            <a:srgbClr val="A4A3A4"/>
          </p15:clr>
        </p15:guide>
        <p15:guide id="6" orient="horz" pos="3351">
          <p15:clr>
            <a:srgbClr val="A4A3A4"/>
          </p15:clr>
        </p15:guide>
        <p15:guide id="7" orient="horz" pos="3181">
          <p15:clr>
            <a:srgbClr val="A4A3A4"/>
          </p15:clr>
        </p15:guide>
        <p15:guide id="8" orient="horz" pos="1074">
          <p15:clr>
            <a:srgbClr val="A4A3A4"/>
          </p15:clr>
        </p15:guide>
        <p15:guide id="9" orient="horz" pos="3593">
          <p15:clr>
            <a:srgbClr val="A4A3A4"/>
          </p15:clr>
        </p15:guide>
        <p15:guide id="10" pos="3777">
          <p15:clr>
            <a:srgbClr val="A4A3A4"/>
          </p15:clr>
        </p15:guide>
        <p15:guide id="11" pos="739">
          <p15:clr>
            <a:srgbClr val="A4A3A4"/>
          </p15:clr>
        </p15:guide>
        <p15:guide id="12" pos="7273">
          <p15:clr>
            <a:srgbClr val="A4A3A4"/>
          </p15:clr>
        </p15:guide>
        <p15:guide id="13" pos="1604">
          <p15:clr>
            <a:srgbClr val="A4A3A4"/>
          </p15:clr>
        </p15:guide>
        <p15:guide id="14" pos="5145">
          <p15:clr>
            <a:srgbClr val="A4A3A4"/>
          </p15:clr>
        </p15:guide>
        <p15:guide id="15" pos="5282">
          <p15:clr>
            <a:srgbClr val="A4A3A4"/>
          </p15:clr>
        </p15:guide>
        <p15:guide id="16" pos="1447">
          <p15:clr>
            <a:srgbClr val="A4A3A4"/>
          </p15:clr>
        </p15:guide>
        <p15:guide id="17" pos="6651">
          <p15:clr>
            <a:srgbClr val="A4A3A4"/>
          </p15:clr>
        </p15:guide>
        <p15:guide id="18" pos="361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82"/>
    <a:srgbClr val="ACD6E6"/>
    <a:srgbClr val="FFCD00"/>
    <a:srgbClr val="FF0101"/>
    <a:srgbClr val="633F2B"/>
    <a:srgbClr val="522980"/>
    <a:srgbClr val="6687C3"/>
    <a:srgbClr val="171D42"/>
    <a:srgbClr val="63A593"/>
    <a:srgbClr val="921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37E0A-D916-4314-811E-453718329830}" v="655" dt="2026-05-10T20:41:09.584"/>
    <p1510:client id="{18E3DE39-E5A4-47B8-B203-280E063D7FF7}" v="13" dt="2026-05-10T21:12:07.065"/>
    <p1510:client id="{3791128C-FF73-4497-A015-F1CD39C0506E}" v="21" dt="2026-05-10T21:24:17.4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7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>
        <p:guide orient="horz" pos="1530"/>
        <p:guide orient="horz" pos="4038"/>
        <p:guide orient="horz" pos="989"/>
        <p:guide orient="horz" pos="2682"/>
        <p:guide orient="horz" pos="104"/>
        <p:guide orient="horz" pos="3351"/>
        <p:guide orient="horz" pos="3181"/>
        <p:guide orient="horz" pos="1074"/>
        <p:guide orient="horz" pos="3593"/>
        <p:guide pos="3777"/>
        <p:guide pos="739"/>
        <p:guide pos="7273"/>
        <p:guide pos="1604"/>
        <p:guide pos="5145"/>
        <p:guide pos="5282"/>
        <p:guide pos="1447"/>
        <p:guide pos="6651"/>
        <p:guide pos="361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70" d="100"/>
          <a:sy n="170" d="100"/>
        </p:scale>
        <p:origin x="546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font" Target="fonts/font18.fntdata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font" Target="fonts/font2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59" Type="http://schemas.openxmlformats.org/officeDocument/2006/relationships/font" Target="fonts/font19.fntdata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openxmlformats.org/officeDocument/2006/relationships/font" Target="fonts/font1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font" Target="fonts/font20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ösener, U.C. (Ulrich)" userId="7067505c-4e0d-4c2c-84f8-5a3ff76d7a4a" providerId="ADAL" clId="{FC9D629A-5BC2-4F69-B8EF-146132773AD6}"/>
    <pc:docChg chg="undo redo custSel addSld delSld modSld sldOrd">
      <pc:chgData name="Lösener, U.C. (Ulrich)" userId="7067505c-4e0d-4c2c-84f8-5a3ff76d7a4a" providerId="ADAL" clId="{FC9D629A-5BC2-4F69-B8EF-146132773AD6}" dt="2026-05-11T10:04:16.197" v="3952" actId="20577"/>
      <pc:docMkLst>
        <pc:docMk/>
      </pc:docMkLst>
      <pc:sldChg chg="add ord">
        <pc:chgData name="Lösener, U.C. (Ulrich)" userId="7067505c-4e0d-4c2c-84f8-5a3ff76d7a4a" providerId="ADAL" clId="{FC9D629A-5BC2-4F69-B8EF-146132773AD6}" dt="2026-05-10T15:00:37.813" v="3340"/>
        <pc:sldMkLst>
          <pc:docMk/>
          <pc:sldMk cId="3052602241" sldId="262"/>
        </pc:sldMkLst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2981788829" sldId="270"/>
        </pc:sldMkLst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2832337426" sldId="277"/>
        </pc:sldMkLst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2662824912" sldId="278"/>
        </pc:sldMkLst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149853161" sldId="279"/>
        </pc:sldMkLst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2776010939" sldId="281"/>
        </pc:sldMkLst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3795801211" sldId="282"/>
        </pc:sldMkLst>
      </pc:sldChg>
      <pc:sldChg chg="addSp delSp modSp mod">
        <pc:chgData name="Lösener, U.C. (Ulrich)" userId="7067505c-4e0d-4c2c-84f8-5a3ff76d7a4a" providerId="ADAL" clId="{FC9D629A-5BC2-4F69-B8EF-146132773AD6}" dt="2026-05-10T20:40:56.425" v="3649" actId="478"/>
        <pc:sldMkLst>
          <pc:docMk/>
          <pc:sldMk cId="226434944" sldId="286"/>
        </pc:sldMkLst>
        <pc:spChg chg="add del mod">
          <ac:chgData name="Lösener, U.C. (Ulrich)" userId="7067505c-4e0d-4c2c-84f8-5a3ff76d7a4a" providerId="ADAL" clId="{FC9D629A-5BC2-4F69-B8EF-146132773AD6}" dt="2026-05-10T20:40:56.425" v="3649" actId="478"/>
          <ac:spMkLst>
            <pc:docMk/>
            <pc:sldMk cId="226434944" sldId="286"/>
            <ac:spMk id="2" creationId="{846BFB9B-E555-0451-747E-6B68B1442524}"/>
          </ac:spMkLst>
        </pc:spChg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1718434928" sldId="287"/>
        </pc:sldMkLst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2795682361" sldId="289"/>
        </pc:sldMkLst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3533386426" sldId="290"/>
        </pc:sldMkLst>
      </pc:sldChg>
      <pc:sldChg chg="addSp delSp modSp mod ord">
        <pc:chgData name="Lösener, U.C. (Ulrich)" userId="7067505c-4e0d-4c2c-84f8-5a3ff76d7a4a" providerId="ADAL" clId="{FC9D629A-5BC2-4F69-B8EF-146132773AD6}" dt="2026-05-10T14:56:10.817" v="3318" actId="20577"/>
        <pc:sldMkLst>
          <pc:docMk/>
          <pc:sldMk cId="388491312" sldId="292"/>
        </pc:sldMkLst>
        <pc:spChg chg="mod">
          <ac:chgData name="Lösener, U.C. (Ulrich)" userId="7067505c-4e0d-4c2c-84f8-5a3ff76d7a4a" providerId="ADAL" clId="{FC9D629A-5BC2-4F69-B8EF-146132773AD6}" dt="2026-05-10T13:18:48.047" v="982" actId="20577"/>
          <ac:spMkLst>
            <pc:docMk/>
            <pc:sldMk cId="388491312" sldId="292"/>
            <ac:spMk id="2" creationId="{FE0B2DD1-0AE1-B745-A7E8-8C082357292F}"/>
          </ac:spMkLst>
        </pc:spChg>
        <pc:spChg chg="add mod">
          <ac:chgData name="Lösener, U.C. (Ulrich)" userId="7067505c-4e0d-4c2c-84f8-5a3ff76d7a4a" providerId="ADAL" clId="{FC9D629A-5BC2-4F69-B8EF-146132773AD6}" dt="2026-05-10T13:22:30.235" v="1156" actId="14100"/>
          <ac:spMkLst>
            <pc:docMk/>
            <pc:sldMk cId="388491312" sldId="292"/>
            <ac:spMk id="3" creationId="{BC9BC16E-6930-C525-6B5C-DA3FAC4AB562}"/>
          </ac:spMkLst>
        </pc:spChg>
        <pc:spChg chg="add mod">
          <ac:chgData name="Lösener, U.C. (Ulrich)" userId="7067505c-4e0d-4c2c-84f8-5a3ff76d7a4a" providerId="ADAL" clId="{FC9D629A-5BC2-4F69-B8EF-146132773AD6}" dt="2026-05-10T14:56:10.817" v="3318" actId="20577"/>
          <ac:spMkLst>
            <pc:docMk/>
            <pc:sldMk cId="388491312" sldId="292"/>
            <ac:spMk id="4" creationId="{764E6B6D-A6F7-E6A4-4B0D-BCD47967A4D1}"/>
          </ac:spMkLst>
        </pc:spChg>
        <pc:spChg chg="add del mod">
          <ac:chgData name="Lösener, U.C. (Ulrich)" userId="7067505c-4e0d-4c2c-84f8-5a3ff76d7a4a" providerId="ADAL" clId="{FC9D629A-5BC2-4F69-B8EF-146132773AD6}" dt="2026-05-10T13:23:07.194" v="1168" actId="478"/>
          <ac:spMkLst>
            <pc:docMk/>
            <pc:sldMk cId="388491312" sldId="292"/>
            <ac:spMk id="4" creationId="{E3DB1034-AA5A-7A5A-F203-746AA6763E2B}"/>
          </ac:spMkLst>
        </pc:spChg>
        <pc:spChg chg="add del mod">
          <ac:chgData name="Lösener, U.C. (Ulrich)" userId="7067505c-4e0d-4c2c-84f8-5a3ff76d7a4a" providerId="ADAL" clId="{FC9D629A-5BC2-4F69-B8EF-146132773AD6}" dt="2026-05-10T13:23:42.729" v="1176" actId="478"/>
          <ac:spMkLst>
            <pc:docMk/>
            <pc:sldMk cId="388491312" sldId="292"/>
            <ac:spMk id="5" creationId="{D5B5F769-547C-AD01-7064-E5E10FD599E2}"/>
          </ac:spMkLst>
        </pc:spChg>
        <pc:spChg chg="add del mod">
          <ac:chgData name="Lösener, U.C. (Ulrich)" userId="7067505c-4e0d-4c2c-84f8-5a3ff76d7a4a" providerId="ADAL" clId="{FC9D629A-5BC2-4F69-B8EF-146132773AD6}" dt="2026-05-10T13:22:59.185" v="1164" actId="478"/>
          <ac:spMkLst>
            <pc:docMk/>
            <pc:sldMk cId="388491312" sldId="292"/>
            <ac:spMk id="6" creationId="{A87E434C-A5B0-E1B3-A01C-F4C3B9B7D6DB}"/>
          </ac:spMkLst>
        </pc:spChg>
        <pc:spChg chg="add mod">
          <ac:chgData name="Lösener, U.C. (Ulrich)" userId="7067505c-4e0d-4c2c-84f8-5a3ff76d7a4a" providerId="ADAL" clId="{FC9D629A-5BC2-4F69-B8EF-146132773AD6}" dt="2026-05-10T13:24:32.902" v="1212" actId="207"/>
          <ac:spMkLst>
            <pc:docMk/>
            <pc:sldMk cId="388491312" sldId="292"/>
            <ac:spMk id="7" creationId="{3FF4D1EA-8499-9DBA-F524-D5B42AC50823}"/>
          </ac:spMkLst>
        </pc:spChg>
        <pc:spChg chg="add mod">
          <ac:chgData name="Lösener, U.C. (Ulrich)" userId="7067505c-4e0d-4c2c-84f8-5a3ff76d7a4a" providerId="ADAL" clId="{FC9D629A-5BC2-4F69-B8EF-146132773AD6}" dt="2026-05-10T13:49:33.637" v="1915"/>
          <ac:spMkLst>
            <pc:docMk/>
            <pc:sldMk cId="388491312" sldId="292"/>
            <ac:spMk id="8" creationId="{0C269AAE-1DEB-24C2-7463-D2FDBC00E669}"/>
          </ac:spMkLst>
        </pc:spChg>
        <pc:spChg chg="add mod">
          <ac:chgData name="Lösener, U.C. (Ulrich)" userId="7067505c-4e0d-4c2c-84f8-5a3ff76d7a4a" providerId="ADAL" clId="{FC9D629A-5BC2-4F69-B8EF-146132773AD6}" dt="2026-05-10T13:24:32.902" v="1212" actId="207"/>
          <ac:spMkLst>
            <pc:docMk/>
            <pc:sldMk cId="388491312" sldId="292"/>
            <ac:spMk id="9" creationId="{37587688-1FB5-9E80-11BB-85E10F28394A}"/>
          </ac:spMkLst>
        </pc:spChg>
        <pc:spChg chg="add mod">
          <ac:chgData name="Lösener, U.C. (Ulrich)" userId="7067505c-4e0d-4c2c-84f8-5a3ff76d7a4a" providerId="ADAL" clId="{FC9D629A-5BC2-4F69-B8EF-146132773AD6}" dt="2026-05-10T13:23:30.731" v="1175" actId="571"/>
          <ac:spMkLst>
            <pc:docMk/>
            <pc:sldMk cId="388491312" sldId="292"/>
            <ac:spMk id="10" creationId="{C40B345D-AE20-61F0-D0DF-0DF0DA84BF3E}"/>
          </ac:spMkLst>
        </pc:spChg>
        <pc:spChg chg="add mod">
          <ac:chgData name="Lösener, U.C. (Ulrich)" userId="7067505c-4e0d-4c2c-84f8-5a3ff76d7a4a" providerId="ADAL" clId="{FC9D629A-5BC2-4F69-B8EF-146132773AD6}" dt="2026-05-10T13:23:30.731" v="1175" actId="571"/>
          <ac:spMkLst>
            <pc:docMk/>
            <pc:sldMk cId="388491312" sldId="292"/>
            <ac:spMk id="11" creationId="{E03D503D-1F9B-0F71-4741-9C1915D25209}"/>
          </ac:spMkLst>
        </pc:spChg>
        <pc:spChg chg="add mod">
          <ac:chgData name="Lösener, U.C. (Ulrich)" userId="7067505c-4e0d-4c2c-84f8-5a3ff76d7a4a" providerId="ADAL" clId="{FC9D629A-5BC2-4F69-B8EF-146132773AD6}" dt="2026-05-10T13:24:32.902" v="1212" actId="207"/>
          <ac:spMkLst>
            <pc:docMk/>
            <pc:sldMk cId="388491312" sldId="292"/>
            <ac:spMk id="12" creationId="{8A08FD9A-6731-3838-CC6F-A116C4E2DA83}"/>
          </ac:spMkLst>
        </pc:spChg>
        <pc:spChg chg="mod">
          <ac:chgData name="Lösener, U.C. (Ulrich)" userId="7067505c-4e0d-4c2c-84f8-5a3ff76d7a4a" providerId="ADAL" clId="{FC9D629A-5BC2-4F69-B8EF-146132773AD6}" dt="2026-05-10T13:24:21.801" v="1208" actId="1076"/>
          <ac:spMkLst>
            <pc:docMk/>
            <pc:sldMk cId="388491312" sldId="292"/>
            <ac:spMk id="13" creationId="{153E3B61-183E-0D4D-8068-A12004823EAA}"/>
          </ac:spMkLst>
        </pc:spChg>
        <pc:spChg chg="mod">
          <ac:chgData name="Lösener, U.C. (Ulrich)" userId="7067505c-4e0d-4c2c-84f8-5a3ff76d7a4a" providerId="ADAL" clId="{FC9D629A-5BC2-4F69-B8EF-146132773AD6}" dt="2026-05-10T13:18:11.597" v="970" actId="20577"/>
          <ac:spMkLst>
            <pc:docMk/>
            <pc:sldMk cId="388491312" sldId="292"/>
            <ac:spMk id="14" creationId="{FA1833F4-292A-B949-98AE-B3FD3BE8D4B4}"/>
          </ac:spMkLst>
        </pc:spChg>
        <pc:spChg chg="del">
          <ac:chgData name="Lösener, U.C. (Ulrich)" userId="7067505c-4e0d-4c2c-84f8-5a3ff76d7a4a" providerId="ADAL" clId="{FC9D629A-5BC2-4F69-B8EF-146132773AD6}" dt="2026-05-10T13:18:40.490" v="972" actId="478"/>
          <ac:spMkLst>
            <pc:docMk/>
            <pc:sldMk cId="388491312" sldId="292"/>
            <ac:spMk id="15" creationId="{55C25D04-46FB-A143-A198-AC9A661A40BF}"/>
          </ac:spMkLst>
        </pc:spChg>
        <pc:spChg chg="del">
          <ac:chgData name="Lösener, U.C. (Ulrich)" userId="7067505c-4e0d-4c2c-84f8-5a3ff76d7a4a" providerId="ADAL" clId="{FC9D629A-5BC2-4F69-B8EF-146132773AD6}" dt="2026-05-10T13:18:37.330" v="971" actId="478"/>
          <ac:spMkLst>
            <pc:docMk/>
            <pc:sldMk cId="388491312" sldId="292"/>
            <ac:spMk id="16" creationId="{105FD7C4-8F11-C24F-A81C-B662D735948E}"/>
          </ac:spMkLst>
        </pc:spChg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2825090698" sldId="295"/>
        </pc:sldMkLst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2723822942" sldId="296"/>
        </pc:sldMkLst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3222798419" sldId="297"/>
        </pc:sldMkLst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1454763299" sldId="298"/>
        </pc:sldMkLst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3335436056" sldId="299"/>
        </pc:sldMkLst>
      </pc:sldChg>
      <pc:sldChg chg="del">
        <pc:chgData name="Lösener, U.C. (Ulrich)" userId="7067505c-4e0d-4c2c-84f8-5a3ff76d7a4a" providerId="ADAL" clId="{FC9D629A-5BC2-4F69-B8EF-146132773AD6}" dt="2026-05-10T15:00:35.225" v="3338" actId="47"/>
        <pc:sldMkLst>
          <pc:docMk/>
          <pc:sldMk cId="4212865742" sldId="300"/>
        </pc:sldMkLst>
      </pc:sldChg>
      <pc:sldChg chg="del">
        <pc:chgData name="Lösener, U.C. (Ulrich)" userId="7067505c-4e0d-4c2c-84f8-5a3ff76d7a4a" providerId="ADAL" clId="{FC9D629A-5BC2-4F69-B8EF-146132773AD6}" dt="2026-05-10T15:00:41.294" v="3341" actId="47"/>
        <pc:sldMkLst>
          <pc:docMk/>
          <pc:sldMk cId="2184562624" sldId="301"/>
        </pc:sldMkLst>
      </pc:sldChg>
      <pc:sldChg chg="del">
        <pc:chgData name="Lösener, U.C. (Ulrich)" userId="7067505c-4e0d-4c2c-84f8-5a3ff76d7a4a" providerId="ADAL" clId="{FC9D629A-5BC2-4F69-B8EF-146132773AD6}" dt="2026-05-10T14:36:58.876" v="2921" actId="47"/>
        <pc:sldMkLst>
          <pc:docMk/>
          <pc:sldMk cId="3169078763" sldId="302"/>
        </pc:sldMkLst>
      </pc:sldChg>
      <pc:sldChg chg="modSp mod">
        <pc:chgData name="Lösener, U.C. (Ulrich)" userId="7067505c-4e0d-4c2c-84f8-5a3ff76d7a4a" providerId="ADAL" clId="{FC9D629A-5BC2-4F69-B8EF-146132773AD6}" dt="2026-05-10T15:12:59.015" v="3532" actId="20577"/>
        <pc:sldMkLst>
          <pc:docMk/>
          <pc:sldMk cId="1327181692" sldId="303"/>
        </pc:sldMkLst>
        <pc:spChg chg="mod">
          <ac:chgData name="Lösener, U.C. (Ulrich)" userId="7067505c-4e0d-4c2c-84f8-5a3ff76d7a4a" providerId="ADAL" clId="{FC9D629A-5BC2-4F69-B8EF-146132773AD6}" dt="2026-05-10T15:12:59.015" v="3532" actId="20577"/>
          <ac:spMkLst>
            <pc:docMk/>
            <pc:sldMk cId="1327181692" sldId="303"/>
            <ac:spMk id="6" creationId="{7954F21C-0AD7-8368-F8CE-963B21BE4901}"/>
          </ac:spMkLst>
        </pc:spChg>
      </pc:sldChg>
      <pc:sldChg chg="delSp modSp del mod delAnim modAnim">
        <pc:chgData name="Lösener, U.C. (Ulrich)" userId="7067505c-4e0d-4c2c-84f8-5a3ff76d7a4a" providerId="ADAL" clId="{FC9D629A-5BC2-4F69-B8EF-146132773AD6}" dt="2026-05-10T15:15:47.595" v="3596" actId="47"/>
        <pc:sldMkLst>
          <pc:docMk/>
          <pc:sldMk cId="926535161" sldId="308"/>
        </pc:sldMkLst>
        <pc:spChg chg="mod">
          <ac:chgData name="Lösener, U.C. (Ulrich)" userId="7067505c-4e0d-4c2c-84f8-5a3ff76d7a4a" providerId="ADAL" clId="{FC9D629A-5BC2-4F69-B8EF-146132773AD6}" dt="2026-05-10T14:57:59.639" v="3337" actId="20577"/>
          <ac:spMkLst>
            <pc:docMk/>
            <pc:sldMk cId="926535161" sldId="308"/>
            <ac:spMk id="3" creationId="{65BF2CAA-E2F9-0A41-7D22-1B485AF28CD5}"/>
          </ac:spMkLst>
        </pc:spChg>
        <pc:spChg chg="del">
          <ac:chgData name="Lösener, U.C. (Ulrich)" userId="7067505c-4e0d-4c2c-84f8-5a3ff76d7a4a" providerId="ADAL" clId="{FC9D629A-5BC2-4F69-B8EF-146132773AD6}" dt="2026-05-10T15:14:44.983" v="3537" actId="478"/>
          <ac:spMkLst>
            <pc:docMk/>
            <pc:sldMk cId="926535161" sldId="308"/>
            <ac:spMk id="29" creationId="{C151E3C4-59FB-A9AA-7535-D999AC0401CA}"/>
          </ac:spMkLst>
        </pc:spChg>
        <pc:spChg chg="del">
          <ac:chgData name="Lösener, U.C. (Ulrich)" userId="7067505c-4e0d-4c2c-84f8-5a3ff76d7a4a" providerId="ADAL" clId="{FC9D629A-5BC2-4F69-B8EF-146132773AD6}" dt="2026-05-10T15:14:44.983" v="3537" actId="478"/>
          <ac:spMkLst>
            <pc:docMk/>
            <pc:sldMk cId="926535161" sldId="308"/>
            <ac:spMk id="31" creationId="{F4B6B043-B949-99AA-014D-641C7AB22DB4}"/>
          </ac:spMkLst>
        </pc:spChg>
        <pc:spChg chg="del">
          <ac:chgData name="Lösener, U.C. (Ulrich)" userId="7067505c-4e0d-4c2c-84f8-5a3ff76d7a4a" providerId="ADAL" clId="{FC9D629A-5BC2-4F69-B8EF-146132773AD6}" dt="2026-05-10T15:14:44.983" v="3537" actId="478"/>
          <ac:spMkLst>
            <pc:docMk/>
            <pc:sldMk cId="926535161" sldId="308"/>
            <ac:spMk id="32" creationId="{DAD3ADCC-A312-0A18-7208-EC125E47C5AD}"/>
          </ac:spMkLst>
        </pc:spChg>
        <pc:spChg chg="del">
          <ac:chgData name="Lösener, U.C. (Ulrich)" userId="7067505c-4e0d-4c2c-84f8-5a3ff76d7a4a" providerId="ADAL" clId="{FC9D629A-5BC2-4F69-B8EF-146132773AD6}" dt="2026-05-10T15:14:44.983" v="3537" actId="478"/>
          <ac:spMkLst>
            <pc:docMk/>
            <pc:sldMk cId="926535161" sldId="308"/>
            <ac:spMk id="33" creationId="{C4F7F230-9368-0637-01EA-9F2DFCD8DB14}"/>
          </ac:spMkLst>
        </pc:spChg>
        <pc:spChg chg="del">
          <ac:chgData name="Lösener, U.C. (Ulrich)" userId="7067505c-4e0d-4c2c-84f8-5a3ff76d7a4a" providerId="ADAL" clId="{FC9D629A-5BC2-4F69-B8EF-146132773AD6}" dt="2026-05-10T15:14:44.983" v="3537" actId="478"/>
          <ac:spMkLst>
            <pc:docMk/>
            <pc:sldMk cId="926535161" sldId="308"/>
            <ac:spMk id="34" creationId="{6F3A8FA1-1956-91A2-7F46-5109519BA5EF}"/>
          </ac:spMkLst>
        </pc:spChg>
        <pc:spChg chg="mod">
          <ac:chgData name="Lösener, U.C. (Ulrich)" userId="7067505c-4e0d-4c2c-84f8-5a3ff76d7a4a" providerId="ADAL" clId="{FC9D629A-5BC2-4F69-B8EF-146132773AD6}" dt="2026-05-10T15:15:32.937" v="3581" actId="20577"/>
          <ac:spMkLst>
            <pc:docMk/>
            <pc:sldMk cId="926535161" sldId="308"/>
            <ac:spMk id="60" creationId="{02854683-67FA-5652-15F8-C52057E878F7}"/>
          </ac:spMkLst>
        </pc:spChg>
      </pc:sldChg>
      <pc:sldChg chg="addSp delSp modSp mod modAnim">
        <pc:chgData name="Lösener, U.C. (Ulrich)" userId="7067505c-4e0d-4c2c-84f8-5a3ff76d7a4a" providerId="ADAL" clId="{FC9D629A-5BC2-4F69-B8EF-146132773AD6}" dt="2026-05-10T15:17:55.096" v="3615"/>
        <pc:sldMkLst>
          <pc:docMk/>
          <pc:sldMk cId="1677998988" sldId="309"/>
        </pc:sldMkLst>
        <pc:spChg chg="mod">
          <ac:chgData name="Lösener, U.C. (Ulrich)" userId="7067505c-4e0d-4c2c-84f8-5a3ff76d7a4a" providerId="ADAL" clId="{FC9D629A-5BC2-4F69-B8EF-146132773AD6}" dt="2026-05-10T12:50:07.101" v="55" actId="1076"/>
          <ac:spMkLst>
            <pc:docMk/>
            <pc:sldMk cId="1677998988" sldId="309"/>
            <ac:spMk id="3" creationId="{A77A1FC8-3467-F2C4-3DA1-8DA69D694CDB}"/>
          </ac:spMkLst>
        </pc:spChg>
        <pc:spChg chg="mod">
          <ac:chgData name="Lösener, U.C. (Ulrich)" userId="7067505c-4e0d-4c2c-84f8-5a3ff76d7a4a" providerId="ADAL" clId="{FC9D629A-5BC2-4F69-B8EF-146132773AD6}" dt="2026-05-10T13:02:38.981" v="569" actId="15"/>
          <ac:spMkLst>
            <pc:docMk/>
            <pc:sldMk cId="1677998988" sldId="309"/>
            <ac:spMk id="60" creationId="{79CA5416-07BD-7683-8C12-8E0F6E685004}"/>
          </ac:spMkLst>
        </pc:spChg>
        <pc:picChg chg="add del mod">
          <ac:chgData name="Lösener, U.C. (Ulrich)" userId="7067505c-4e0d-4c2c-84f8-5a3ff76d7a4a" providerId="ADAL" clId="{FC9D629A-5BC2-4F69-B8EF-146132773AD6}" dt="2026-05-10T12:49:22.128" v="42" actId="478"/>
          <ac:picMkLst>
            <pc:docMk/>
            <pc:sldMk cId="1677998988" sldId="309"/>
            <ac:picMk id="7" creationId="{A08F73AD-3AF7-776D-2964-6367BA731E19}"/>
          </ac:picMkLst>
        </pc:picChg>
        <pc:picChg chg="add mod">
          <ac:chgData name="Lösener, U.C. (Ulrich)" userId="7067505c-4e0d-4c2c-84f8-5a3ff76d7a4a" providerId="ADAL" clId="{FC9D629A-5BC2-4F69-B8EF-146132773AD6}" dt="2026-05-10T12:49:46.434" v="52" actId="1076"/>
          <ac:picMkLst>
            <pc:docMk/>
            <pc:sldMk cId="1677998988" sldId="309"/>
            <ac:picMk id="9" creationId="{5388E2F4-7DEE-E441-2581-C1ED96D9ECAE}"/>
          </ac:picMkLst>
        </pc:picChg>
        <pc:picChg chg="add del mod">
          <ac:chgData name="Lösener, U.C. (Ulrich)" userId="7067505c-4e0d-4c2c-84f8-5a3ff76d7a4a" providerId="ADAL" clId="{FC9D629A-5BC2-4F69-B8EF-146132773AD6}" dt="2026-05-10T13:02:42.164" v="570" actId="478"/>
          <ac:picMkLst>
            <pc:docMk/>
            <pc:sldMk cId="1677998988" sldId="309"/>
            <ac:picMk id="11" creationId="{ABE4A1CA-2458-3A1A-3E5D-0384DBBE223C}"/>
          </ac:picMkLst>
        </pc:picChg>
        <pc:picChg chg="add mod">
          <ac:chgData name="Lösener, U.C. (Ulrich)" userId="7067505c-4e0d-4c2c-84f8-5a3ff76d7a4a" providerId="ADAL" clId="{FC9D629A-5BC2-4F69-B8EF-146132773AD6}" dt="2026-05-10T13:05:39.299" v="588" actId="207"/>
          <ac:picMkLst>
            <pc:docMk/>
            <pc:sldMk cId="1677998988" sldId="309"/>
            <ac:picMk id="14" creationId="{9DC7A66B-8E05-3484-366C-2B974FF90300}"/>
          </ac:picMkLst>
        </pc:picChg>
        <pc:picChg chg="add mod">
          <ac:chgData name="Lösener, U.C. (Ulrich)" userId="7067505c-4e0d-4c2c-84f8-5a3ff76d7a4a" providerId="ADAL" clId="{FC9D629A-5BC2-4F69-B8EF-146132773AD6}" dt="2026-05-10T13:05:39.299" v="588" actId="207"/>
          <ac:picMkLst>
            <pc:docMk/>
            <pc:sldMk cId="1677998988" sldId="309"/>
            <ac:picMk id="15" creationId="{BC0C4AA4-52C3-8134-B319-8DD5F6850DA8}"/>
          </ac:picMkLst>
        </pc:picChg>
        <pc:picChg chg="add mod">
          <ac:chgData name="Lösener, U.C. (Ulrich)" userId="7067505c-4e0d-4c2c-84f8-5a3ff76d7a4a" providerId="ADAL" clId="{FC9D629A-5BC2-4F69-B8EF-146132773AD6}" dt="2026-05-10T13:05:39.299" v="588" actId="207"/>
          <ac:picMkLst>
            <pc:docMk/>
            <pc:sldMk cId="1677998988" sldId="309"/>
            <ac:picMk id="17" creationId="{0F3CEB29-6AE3-91F9-BBEE-145E8E1C5D64}"/>
          </ac:picMkLst>
        </pc:picChg>
        <pc:picChg chg="add mod">
          <ac:chgData name="Lösener, U.C. (Ulrich)" userId="7067505c-4e0d-4c2c-84f8-5a3ff76d7a4a" providerId="ADAL" clId="{FC9D629A-5BC2-4F69-B8EF-146132773AD6}" dt="2026-05-10T13:05:39.299" v="588" actId="207"/>
          <ac:picMkLst>
            <pc:docMk/>
            <pc:sldMk cId="1677998988" sldId="309"/>
            <ac:picMk id="20" creationId="{FA2C745D-B270-7F42-15FC-A030526B281E}"/>
          </ac:picMkLst>
        </pc:picChg>
      </pc:sldChg>
      <pc:sldChg chg="add del">
        <pc:chgData name="Lösener, U.C. (Ulrich)" userId="7067505c-4e0d-4c2c-84f8-5a3ff76d7a4a" providerId="ADAL" clId="{FC9D629A-5BC2-4F69-B8EF-146132773AD6}" dt="2026-05-10T13:04:50.892" v="586" actId="2696"/>
        <pc:sldMkLst>
          <pc:docMk/>
          <pc:sldMk cId="2329168272" sldId="310"/>
        </pc:sldMkLst>
      </pc:sldChg>
      <pc:sldChg chg="addSp delSp modSp add mod">
        <pc:chgData name="Lösener, U.C. (Ulrich)" userId="7067505c-4e0d-4c2c-84f8-5a3ff76d7a4a" providerId="ADAL" clId="{FC9D629A-5BC2-4F69-B8EF-146132773AD6}" dt="2026-05-10T13:09:42.272" v="827" actId="20577"/>
        <pc:sldMkLst>
          <pc:docMk/>
          <pc:sldMk cId="2983828211" sldId="310"/>
        </pc:sldMkLst>
        <pc:spChg chg="mod">
          <ac:chgData name="Lösener, U.C. (Ulrich)" userId="7067505c-4e0d-4c2c-84f8-5a3ff76d7a4a" providerId="ADAL" clId="{FC9D629A-5BC2-4F69-B8EF-146132773AD6}" dt="2026-05-10T13:09:42.272" v="827" actId="20577"/>
          <ac:spMkLst>
            <pc:docMk/>
            <pc:sldMk cId="2983828211" sldId="310"/>
            <ac:spMk id="60" creationId="{CA1CA31E-9E03-D224-2D00-261806E4DD7B}"/>
          </ac:spMkLst>
        </pc:spChg>
        <pc:picChg chg="add mod">
          <ac:chgData name="Lösener, U.C. (Ulrich)" userId="7067505c-4e0d-4c2c-84f8-5a3ff76d7a4a" providerId="ADAL" clId="{FC9D629A-5BC2-4F69-B8EF-146132773AD6}" dt="2026-05-10T13:07:30.386" v="599" actId="1076"/>
          <ac:picMkLst>
            <pc:docMk/>
            <pc:sldMk cId="2983828211" sldId="310"/>
            <ac:picMk id="5" creationId="{114B4E2B-081E-D4A4-9432-F5ADC40AE524}"/>
          </ac:picMkLst>
        </pc:picChg>
        <pc:picChg chg="add mod">
          <ac:chgData name="Lösener, U.C. (Ulrich)" userId="7067505c-4e0d-4c2c-84f8-5a3ff76d7a4a" providerId="ADAL" clId="{FC9D629A-5BC2-4F69-B8EF-146132773AD6}" dt="2026-05-10T13:07:55.613" v="602" actId="1076"/>
          <ac:picMkLst>
            <pc:docMk/>
            <pc:sldMk cId="2983828211" sldId="310"/>
            <ac:picMk id="6" creationId="{1A5F5568-A7CA-7D0A-64E4-18AE29AFCDB3}"/>
          </ac:picMkLst>
        </pc:picChg>
        <pc:picChg chg="add mod">
          <ac:chgData name="Lösener, U.C. (Ulrich)" userId="7067505c-4e0d-4c2c-84f8-5a3ff76d7a4a" providerId="ADAL" clId="{FC9D629A-5BC2-4F69-B8EF-146132773AD6}" dt="2026-05-10T13:08:04.123" v="605" actId="1076"/>
          <ac:picMkLst>
            <pc:docMk/>
            <pc:sldMk cId="2983828211" sldId="310"/>
            <ac:picMk id="7" creationId="{BB80F2FD-FD4B-C7AF-CB2D-9FE4DE69155E}"/>
          </ac:picMkLst>
        </pc:picChg>
        <pc:picChg chg="add mod">
          <ac:chgData name="Lösener, U.C. (Ulrich)" userId="7067505c-4e0d-4c2c-84f8-5a3ff76d7a4a" providerId="ADAL" clId="{FC9D629A-5BC2-4F69-B8EF-146132773AD6}" dt="2026-05-10T13:08:10.252" v="608" actId="1076"/>
          <ac:picMkLst>
            <pc:docMk/>
            <pc:sldMk cId="2983828211" sldId="310"/>
            <ac:picMk id="8" creationId="{356A6D81-0EC0-495F-595F-332C373A3D99}"/>
          </ac:picMkLst>
        </pc:picChg>
        <pc:picChg chg="del mod">
          <ac:chgData name="Lösener, U.C. (Ulrich)" userId="7067505c-4e0d-4c2c-84f8-5a3ff76d7a4a" providerId="ADAL" clId="{FC9D629A-5BC2-4F69-B8EF-146132773AD6}" dt="2026-05-10T13:07:28.174" v="598" actId="478"/>
          <ac:picMkLst>
            <pc:docMk/>
            <pc:sldMk cId="2983828211" sldId="310"/>
            <ac:picMk id="14" creationId="{4CF1B719-A8B3-0EB7-11F2-436E1B1BDB3C}"/>
          </ac:picMkLst>
        </pc:picChg>
        <pc:picChg chg="del mod">
          <ac:chgData name="Lösener, U.C. (Ulrich)" userId="7067505c-4e0d-4c2c-84f8-5a3ff76d7a4a" providerId="ADAL" clId="{FC9D629A-5BC2-4F69-B8EF-146132773AD6}" dt="2026-05-10T13:07:42.650" v="601" actId="478"/>
          <ac:picMkLst>
            <pc:docMk/>
            <pc:sldMk cId="2983828211" sldId="310"/>
            <ac:picMk id="15" creationId="{430830D1-0792-6C81-C1E2-7FF61824EB63}"/>
          </ac:picMkLst>
        </pc:picChg>
        <pc:picChg chg="del mod">
          <ac:chgData name="Lösener, U.C. (Ulrich)" userId="7067505c-4e0d-4c2c-84f8-5a3ff76d7a4a" providerId="ADAL" clId="{FC9D629A-5BC2-4F69-B8EF-146132773AD6}" dt="2026-05-10T13:07:59.370" v="604" actId="478"/>
          <ac:picMkLst>
            <pc:docMk/>
            <pc:sldMk cId="2983828211" sldId="310"/>
            <ac:picMk id="17" creationId="{4CA70ECC-B9B5-13F0-2A9B-3A79C7296027}"/>
          </ac:picMkLst>
        </pc:picChg>
        <pc:picChg chg="del mod">
          <ac:chgData name="Lösener, U.C. (Ulrich)" userId="7067505c-4e0d-4c2c-84f8-5a3ff76d7a4a" providerId="ADAL" clId="{FC9D629A-5BC2-4F69-B8EF-146132773AD6}" dt="2026-05-10T13:08:07.116" v="607" actId="478"/>
          <ac:picMkLst>
            <pc:docMk/>
            <pc:sldMk cId="2983828211" sldId="310"/>
            <ac:picMk id="20" creationId="{6C67404B-C4F2-3816-C646-B5400806E9BE}"/>
          </ac:picMkLst>
        </pc:picChg>
      </pc:sldChg>
      <pc:sldChg chg="addSp delSp modSp add del mod ord modAnim">
        <pc:chgData name="Lösener, U.C. (Ulrich)" userId="7067505c-4e0d-4c2c-84f8-5a3ff76d7a4a" providerId="ADAL" clId="{FC9D629A-5BC2-4F69-B8EF-146132773AD6}" dt="2026-05-10T13:26:39.195" v="1235" actId="47"/>
        <pc:sldMkLst>
          <pc:docMk/>
          <pc:sldMk cId="754068915" sldId="311"/>
        </pc:sldMkLst>
        <pc:spChg chg="mod">
          <ac:chgData name="Lösener, U.C. (Ulrich)" userId="7067505c-4e0d-4c2c-84f8-5a3ff76d7a4a" providerId="ADAL" clId="{FC9D629A-5BC2-4F69-B8EF-146132773AD6}" dt="2026-05-10T13:14:22.071" v="847" actId="14100"/>
          <ac:spMkLst>
            <pc:docMk/>
            <pc:sldMk cId="754068915" sldId="311"/>
            <ac:spMk id="3" creationId="{98DD77C2-D00A-1179-1807-28D73DC07C80}"/>
          </ac:spMkLst>
        </pc:spChg>
        <pc:spChg chg="mod">
          <ac:chgData name="Lösener, U.C. (Ulrich)" userId="7067505c-4e0d-4c2c-84f8-5a3ff76d7a4a" providerId="ADAL" clId="{FC9D629A-5BC2-4F69-B8EF-146132773AD6}" dt="2026-05-10T13:17:10.304" v="936" actId="14100"/>
          <ac:spMkLst>
            <pc:docMk/>
            <pc:sldMk cId="754068915" sldId="311"/>
            <ac:spMk id="60" creationId="{EF2A9335-5A0E-2AF6-6BD9-6D5CA3484A11}"/>
          </ac:spMkLst>
        </pc:spChg>
        <pc:picChg chg="add mod">
          <ac:chgData name="Lösener, U.C. (Ulrich)" userId="7067505c-4e0d-4c2c-84f8-5a3ff76d7a4a" providerId="ADAL" clId="{FC9D629A-5BC2-4F69-B8EF-146132773AD6}" dt="2026-05-10T13:14:42.385" v="848"/>
          <ac:picMkLst>
            <pc:docMk/>
            <pc:sldMk cId="754068915" sldId="311"/>
            <ac:picMk id="4" creationId="{C7C8AA2B-F5AA-7055-BAF5-1AA768520CAC}"/>
          </ac:picMkLst>
        </pc:picChg>
        <pc:picChg chg="del">
          <ac:chgData name="Lösener, U.C. (Ulrich)" userId="7067505c-4e0d-4c2c-84f8-5a3ff76d7a4a" providerId="ADAL" clId="{FC9D629A-5BC2-4F69-B8EF-146132773AD6}" dt="2026-05-10T13:15:15.309" v="852" actId="478"/>
          <ac:picMkLst>
            <pc:docMk/>
            <pc:sldMk cId="754068915" sldId="311"/>
            <ac:picMk id="5" creationId="{36CCDD19-7727-2D5D-7A3C-9514AFB626B7}"/>
          </ac:picMkLst>
        </pc:picChg>
        <pc:picChg chg="del">
          <ac:chgData name="Lösener, U.C. (Ulrich)" userId="7067505c-4e0d-4c2c-84f8-5a3ff76d7a4a" providerId="ADAL" clId="{FC9D629A-5BC2-4F69-B8EF-146132773AD6}" dt="2026-05-10T13:15:13.787" v="851" actId="478"/>
          <ac:picMkLst>
            <pc:docMk/>
            <pc:sldMk cId="754068915" sldId="311"/>
            <ac:picMk id="6" creationId="{C7FD1A65-4094-42E6-9AE2-681754EE0B79}"/>
          </ac:picMkLst>
        </pc:picChg>
        <pc:picChg chg="del">
          <ac:chgData name="Lösener, U.C. (Ulrich)" userId="7067505c-4e0d-4c2c-84f8-5a3ff76d7a4a" providerId="ADAL" clId="{FC9D629A-5BC2-4F69-B8EF-146132773AD6}" dt="2026-05-10T13:15:13.787" v="851" actId="478"/>
          <ac:picMkLst>
            <pc:docMk/>
            <pc:sldMk cId="754068915" sldId="311"/>
            <ac:picMk id="7" creationId="{D1B2D76C-7EA6-5F17-8C88-022F5C885108}"/>
          </ac:picMkLst>
        </pc:picChg>
        <pc:picChg chg="del">
          <ac:chgData name="Lösener, U.C. (Ulrich)" userId="7067505c-4e0d-4c2c-84f8-5a3ff76d7a4a" providerId="ADAL" clId="{FC9D629A-5BC2-4F69-B8EF-146132773AD6}" dt="2026-05-10T13:15:13.787" v="851" actId="478"/>
          <ac:picMkLst>
            <pc:docMk/>
            <pc:sldMk cId="754068915" sldId="311"/>
            <ac:picMk id="8" creationId="{4DE1BC18-E777-A532-7A73-D1748D667F23}"/>
          </ac:picMkLst>
        </pc:picChg>
        <pc:picChg chg="del">
          <ac:chgData name="Lösener, U.C. (Ulrich)" userId="7067505c-4e0d-4c2c-84f8-5a3ff76d7a4a" providerId="ADAL" clId="{FC9D629A-5BC2-4F69-B8EF-146132773AD6}" dt="2026-05-10T13:14:00.830" v="829" actId="478"/>
          <ac:picMkLst>
            <pc:docMk/>
            <pc:sldMk cId="754068915" sldId="311"/>
            <ac:picMk id="9" creationId="{089FB690-8627-8009-137B-0BC4B559E7B8}"/>
          </ac:picMkLst>
        </pc:picChg>
        <pc:picChg chg="add mod">
          <ac:chgData name="Lösener, U.C. (Ulrich)" userId="7067505c-4e0d-4c2c-84f8-5a3ff76d7a4a" providerId="ADAL" clId="{FC9D629A-5BC2-4F69-B8EF-146132773AD6}" dt="2026-05-10T13:14:42.385" v="848"/>
          <ac:picMkLst>
            <pc:docMk/>
            <pc:sldMk cId="754068915" sldId="311"/>
            <ac:picMk id="10" creationId="{DDC1F919-F552-F849-EE17-54F1E73531DD}"/>
          </ac:picMkLst>
        </pc:picChg>
        <pc:picChg chg="add mod">
          <ac:chgData name="Lösener, U.C. (Ulrich)" userId="7067505c-4e0d-4c2c-84f8-5a3ff76d7a4a" providerId="ADAL" clId="{FC9D629A-5BC2-4F69-B8EF-146132773AD6}" dt="2026-05-10T13:14:42.385" v="848"/>
          <ac:picMkLst>
            <pc:docMk/>
            <pc:sldMk cId="754068915" sldId="311"/>
            <ac:picMk id="11" creationId="{6260B90D-8F92-4D66-F153-B89F339A3E87}"/>
          </ac:picMkLst>
        </pc:picChg>
        <pc:picChg chg="add mod">
          <ac:chgData name="Lösener, U.C. (Ulrich)" userId="7067505c-4e0d-4c2c-84f8-5a3ff76d7a4a" providerId="ADAL" clId="{FC9D629A-5BC2-4F69-B8EF-146132773AD6}" dt="2026-05-10T13:14:42.385" v="848"/>
          <ac:picMkLst>
            <pc:docMk/>
            <pc:sldMk cId="754068915" sldId="311"/>
            <ac:picMk id="12" creationId="{A40EBDDF-C202-8195-01AA-E02245D1B8B3}"/>
          </ac:picMkLst>
        </pc:picChg>
      </pc:sldChg>
      <pc:sldChg chg="addSp modSp add mod">
        <pc:chgData name="Lösener, U.C. (Ulrich)" userId="7067505c-4e0d-4c2c-84f8-5a3ff76d7a4a" providerId="ADAL" clId="{FC9D629A-5BC2-4F69-B8EF-146132773AD6}" dt="2026-05-10T14:56:24.853" v="3320" actId="207"/>
        <pc:sldMkLst>
          <pc:docMk/>
          <pc:sldMk cId="3176941845" sldId="312"/>
        </pc:sldMkLst>
        <pc:spChg chg="add mod">
          <ac:chgData name="Lösener, U.C. (Ulrich)" userId="7067505c-4e0d-4c2c-84f8-5a3ff76d7a4a" providerId="ADAL" clId="{FC9D629A-5BC2-4F69-B8EF-146132773AD6}" dt="2026-05-10T14:56:24.853" v="3320" actId="207"/>
          <ac:spMkLst>
            <pc:docMk/>
            <pc:sldMk cId="3176941845" sldId="312"/>
            <ac:spMk id="4" creationId="{1E594C4C-E65F-E09B-926E-23DA7F90EE93}"/>
          </ac:spMkLst>
        </pc:spChg>
        <pc:spChg chg="mod">
          <ac:chgData name="Lösener, U.C. (Ulrich)" userId="7067505c-4e0d-4c2c-84f8-5a3ff76d7a4a" providerId="ADAL" clId="{FC9D629A-5BC2-4F69-B8EF-146132773AD6}" dt="2026-05-10T13:24:50.260" v="1218" actId="207"/>
          <ac:spMkLst>
            <pc:docMk/>
            <pc:sldMk cId="3176941845" sldId="312"/>
            <ac:spMk id="7" creationId="{7C0FF1F0-A353-F26A-E2A5-0CC4A682D465}"/>
          </ac:spMkLst>
        </pc:spChg>
        <pc:spChg chg="mod">
          <ac:chgData name="Lösener, U.C. (Ulrich)" userId="7067505c-4e0d-4c2c-84f8-5a3ff76d7a4a" providerId="ADAL" clId="{FC9D629A-5BC2-4F69-B8EF-146132773AD6}" dt="2026-05-10T13:49:30.208" v="1914"/>
          <ac:spMkLst>
            <pc:docMk/>
            <pc:sldMk cId="3176941845" sldId="312"/>
            <ac:spMk id="8" creationId="{0FBE44B9-29FC-1BB5-43FF-70ED46AC7DD4}"/>
          </ac:spMkLst>
        </pc:spChg>
        <pc:spChg chg="mod">
          <ac:chgData name="Lösener, U.C. (Ulrich)" userId="7067505c-4e0d-4c2c-84f8-5a3ff76d7a4a" providerId="ADAL" clId="{FC9D629A-5BC2-4F69-B8EF-146132773AD6}" dt="2026-05-10T13:24:50.260" v="1218" actId="207"/>
          <ac:spMkLst>
            <pc:docMk/>
            <pc:sldMk cId="3176941845" sldId="312"/>
            <ac:spMk id="9" creationId="{093B6C10-7362-9BF0-303C-635287AF64FF}"/>
          </ac:spMkLst>
        </pc:spChg>
        <pc:spChg chg="mod">
          <ac:chgData name="Lösener, U.C. (Ulrich)" userId="7067505c-4e0d-4c2c-84f8-5a3ff76d7a4a" providerId="ADAL" clId="{FC9D629A-5BC2-4F69-B8EF-146132773AD6}" dt="2026-05-10T13:24:50.260" v="1218" actId="207"/>
          <ac:spMkLst>
            <pc:docMk/>
            <pc:sldMk cId="3176941845" sldId="312"/>
            <ac:spMk id="12" creationId="{EDA457DE-37E6-A2D7-E5EF-1FD484C87F9F}"/>
          </ac:spMkLst>
        </pc:spChg>
      </pc:sldChg>
      <pc:sldChg chg="addSp modSp add mod">
        <pc:chgData name="Lösener, U.C. (Ulrich)" userId="7067505c-4e0d-4c2c-84f8-5a3ff76d7a4a" providerId="ADAL" clId="{FC9D629A-5BC2-4F69-B8EF-146132773AD6}" dt="2026-05-10T14:56:30.228" v="3321"/>
        <pc:sldMkLst>
          <pc:docMk/>
          <pc:sldMk cId="293691596" sldId="313"/>
        </pc:sldMkLst>
        <pc:spChg chg="mod">
          <ac:chgData name="Lösener, U.C. (Ulrich)" userId="7067505c-4e0d-4c2c-84f8-5a3ff76d7a4a" providerId="ADAL" clId="{FC9D629A-5BC2-4F69-B8EF-146132773AD6}" dt="2026-05-10T13:25:07.521" v="1220" actId="207"/>
          <ac:spMkLst>
            <pc:docMk/>
            <pc:sldMk cId="293691596" sldId="313"/>
            <ac:spMk id="3" creationId="{612FBFB7-AA02-1441-505D-9619C8C30715}"/>
          </ac:spMkLst>
        </pc:spChg>
        <pc:spChg chg="add mod">
          <ac:chgData name="Lösener, U.C. (Ulrich)" userId="7067505c-4e0d-4c2c-84f8-5a3ff76d7a4a" providerId="ADAL" clId="{FC9D629A-5BC2-4F69-B8EF-146132773AD6}" dt="2026-05-10T14:56:30.228" v="3321"/>
          <ac:spMkLst>
            <pc:docMk/>
            <pc:sldMk cId="293691596" sldId="313"/>
            <ac:spMk id="4" creationId="{AD151AA7-F6F9-B877-F23E-438B6B862362}"/>
          </ac:spMkLst>
        </pc:spChg>
        <pc:spChg chg="mod">
          <ac:chgData name="Lösener, U.C. (Ulrich)" userId="7067505c-4e0d-4c2c-84f8-5a3ff76d7a4a" providerId="ADAL" clId="{FC9D629A-5BC2-4F69-B8EF-146132773AD6}" dt="2026-05-10T13:25:11.032" v="1221" actId="207"/>
          <ac:spMkLst>
            <pc:docMk/>
            <pc:sldMk cId="293691596" sldId="313"/>
            <ac:spMk id="7" creationId="{9478B557-E129-80C9-B214-C298D70DB4F6}"/>
          </ac:spMkLst>
        </pc:spChg>
        <pc:spChg chg="mod">
          <ac:chgData name="Lösener, U.C. (Ulrich)" userId="7067505c-4e0d-4c2c-84f8-5a3ff76d7a4a" providerId="ADAL" clId="{FC9D629A-5BC2-4F69-B8EF-146132773AD6}" dt="2026-05-10T13:49:25.828" v="1913"/>
          <ac:spMkLst>
            <pc:docMk/>
            <pc:sldMk cId="293691596" sldId="313"/>
            <ac:spMk id="8" creationId="{693309A8-E12D-CEEE-1619-50BAB460E51B}"/>
          </ac:spMkLst>
        </pc:spChg>
      </pc:sldChg>
      <pc:sldChg chg="addSp modSp add mod">
        <pc:chgData name="Lösener, U.C. (Ulrich)" userId="7067505c-4e0d-4c2c-84f8-5a3ff76d7a4a" providerId="ADAL" clId="{FC9D629A-5BC2-4F69-B8EF-146132773AD6}" dt="2026-05-10T14:56:34.229" v="3322"/>
        <pc:sldMkLst>
          <pc:docMk/>
          <pc:sldMk cId="1883335737" sldId="314"/>
        </pc:sldMkLst>
        <pc:spChg chg="mod">
          <ac:chgData name="Lösener, U.C. (Ulrich)" userId="7067505c-4e0d-4c2c-84f8-5a3ff76d7a4a" providerId="ADAL" clId="{FC9D629A-5BC2-4F69-B8EF-146132773AD6}" dt="2026-05-10T13:25:19.647" v="1223" actId="207"/>
          <ac:spMkLst>
            <pc:docMk/>
            <pc:sldMk cId="1883335737" sldId="314"/>
            <ac:spMk id="3" creationId="{722CBEB0-986E-6E2A-4C33-E4548E519EDE}"/>
          </ac:spMkLst>
        </pc:spChg>
        <pc:spChg chg="add mod">
          <ac:chgData name="Lösener, U.C. (Ulrich)" userId="7067505c-4e0d-4c2c-84f8-5a3ff76d7a4a" providerId="ADAL" clId="{FC9D629A-5BC2-4F69-B8EF-146132773AD6}" dt="2026-05-10T14:56:34.229" v="3322"/>
          <ac:spMkLst>
            <pc:docMk/>
            <pc:sldMk cId="1883335737" sldId="314"/>
            <ac:spMk id="4" creationId="{F36770DC-60B2-DA56-AC3B-EC9656391DD1}"/>
          </ac:spMkLst>
        </pc:spChg>
        <pc:spChg chg="mod">
          <ac:chgData name="Lösener, U.C. (Ulrich)" userId="7067505c-4e0d-4c2c-84f8-5a3ff76d7a4a" providerId="ADAL" clId="{FC9D629A-5BC2-4F69-B8EF-146132773AD6}" dt="2026-05-10T13:49:11.954" v="1911" actId="20577"/>
          <ac:spMkLst>
            <pc:docMk/>
            <pc:sldMk cId="1883335737" sldId="314"/>
            <ac:spMk id="8" creationId="{B9A0A26D-D7C6-F21F-5CBC-8BAE9EC2B33B}"/>
          </ac:spMkLst>
        </pc:spChg>
      </pc:sldChg>
      <pc:sldChg chg="addSp modSp add mod">
        <pc:chgData name="Lösener, U.C. (Ulrich)" userId="7067505c-4e0d-4c2c-84f8-5a3ff76d7a4a" providerId="ADAL" clId="{FC9D629A-5BC2-4F69-B8EF-146132773AD6}" dt="2026-05-10T14:56:38.088" v="3323"/>
        <pc:sldMkLst>
          <pc:docMk/>
          <pc:sldMk cId="1167281474" sldId="315"/>
        </pc:sldMkLst>
        <pc:spChg chg="mod">
          <ac:chgData name="Lösener, U.C. (Ulrich)" userId="7067505c-4e0d-4c2c-84f8-5a3ff76d7a4a" providerId="ADAL" clId="{FC9D629A-5BC2-4F69-B8EF-146132773AD6}" dt="2026-05-10T13:25:46.787" v="1227" actId="207"/>
          <ac:spMkLst>
            <pc:docMk/>
            <pc:sldMk cId="1167281474" sldId="315"/>
            <ac:spMk id="3" creationId="{1BBB554F-D896-8E1D-3F6E-72E49BC8BF63}"/>
          </ac:spMkLst>
        </pc:spChg>
        <pc:spChg chg="add mod">
          <ac:chgData name="Lösener, U.C. (Ulrich)" userId="7067505c-4e0d-4c2c-84f8-5a3ff76d7a4a" providerId="ADAL" clId="{FC9D629A-5BC2-4F69-B8EF-146132773AD6}" dt="2026-05-10T14:56:38.088" v="3323"/>
          <ac:spMkLst>
            <pc:docMk/>
            <pc:sldMk cId="1167281474" sldId="315"/>
            <ac:spMk id="4" creationId="{DC0AFE8A-1F33-C256-A0CA-9ED00C1CC6BE}"/>
          </ac:spMkLst>
        </pc:spChg>
        <pc:spChg chg="mod">
          <ac:chgData name="Lösener, U.C. (Ulrich)" userId="7067505c-4e0d-4c2c-84f8-5a3ff76d7a4a" providerId="ADAL" clId="{FC9D629A-5BC2-4F69-B8EF-146132773AD6}" dt="2026-05-10T13:49:20.223" v="1912"/>
          <ac:spMkLst>
            <pc:docMk/>
            <pc:sldMk cId="1167281474" sldId="315"/>
            <ac:spMk id="8" creationId="{473ED32D-905E-B8D4-CA26-2D6075331359}"/>
          </ac:spMkLst>
        </pc:spChg>
        <pc:spChg chg="mod">
          <ac:chgData name="Lösener, U.C. (Ulrich)" userId="7067505c-4e0d-4c2c-84f8-5a3ff76d7a4a" providerId="ADAL" clId="{FC9D629A-5BC2-4F69-B8EF-146132773AD6}" dt="2026-05-10T13:25:43.700" v="1226" actId="207"/>
          <ac:spMkLst>
            <pc:docMk/>
            <pc:sldMk cId="1167281474" sldId="315"/>
            <ac:spMk id="9" creationId="{AC20BC7B-2985-97DC-2716-1750ADEE79B9}"/>
          </ac:spMkLst>
        </pc:spChg>
      </pc:sldChg>
      <pc:sldChg chg="add del ord">
        <pc:chgData name="Lösener, U.C. (Ulrich)" userId="7067505c-4e0d-4c2c-84f8-5a3ff76d7a4a" providerId="ADAL" clId="{FC9D629A-5BC2-4F69-B8EF-146132773AD6}" dt="2026-05-10T13:26:40.910" v="1236" actId="47"/>
        <pc:sldMkLst>
          <pc:docMk/>
          <pc:sldMk cId="1072595013" sldId="316"/>
        </pc:sldMkLst>
      </pc:sldChg>
      <pc:sldChg chg="addSp delSp modSp add mod">
        <pc:chgData name="Lösener, U.C. (Ulrich)" userId="7067505c-4e0d-4c2c-84f8-5a3ff76d7a4a" providerId="ADAL" clId="{FC9D629A-5BC2-4F69-B8EF-146132773AD6}" dt="2026-05-10T13:37:12.687" v="1692" actId="20577"/>
        <pc:sldMkLst>
          <pc:docMk/>
          <pc:sldMk cId="3807461128" sldId="316"/>
        </pc:sldMkLst>
        <pc:spChg chg="mod">
          <ac:chgData name="Lösener, U.C. (Ulrich)" userId="7067505c-4e0d-4c2c-84f8-5a3ff76d7a4a" providerId="ADAL" clId="{FC9D629A-5BC2-4F69-B8EF-146132773AD6}" dt="2026-05-10T13:37:12.687" v="1692" actId="20577"/>
          <ac:spMkLst>
            <pc:docMk/>
            <pc:sldMk cId="3807461128" sldId="316"/>
            <ac:spMk id="3" creationId="{F3A85970-469D-DF91-ED22-BDC2B6F521C3}"/>
          </ac:spMkLst>
        </pc:spChg>
        <pc:spChg chg="mod">
          <ac:chgData name="Lösener, U.C. (Ulrich)" userId="7067505c-4e0d-4c2c-84f8-5a3ff76d7a4a" providerId="ADAL" clId="{FC9D629A-5BC2-4F69-B8EF-146132773AD6}" dt="2026-05-10T13:36:46.468" v="1662" actId="20577"/>
          <ac:spMkLst>
            <pc:docMk/>
            <pc:sldMk cId="3807461128" sldId="316"/>
            <ac:spMk id="60" creationId="{F113E944-DE11-1054-D456-8CA3333B1D1A}"/>
          </ac:spMkLst>
        </pc:spChg>
        <pc:picChg chg="add mod">
          <ac:chgData name="Lösener, U.C. (Ulrich)" userId="7067505c-4e0d-4c2c-84f8-5a3ff76d7a4a" providerId="ADAL" clId="{FC9D629A-5BC2-4F69-B8EF-146132773AD6}" dt="2026-05-10T13:35:07.644" v="1595" actId="1076"/>
          <ac:picMkLst>
            <pc:docMk/>
            <pc:sldMk cId="3807461128" sldId="316"/>
            <ac:picMk id="4" creationId="{B48D8355-8460-D501-4A85-368CF987E58F}"/>
          </ac:picMkLst>
        </pc:picChg>
        <pc:picChg chg="del">
          <ac:chgData name="Lösener, U.C. (Ulrich)" userId="7067505c-4e0d-4c2c-84f8-5a3ff76d7a4a" providerId="ADAL" clId="{FC9D629A-5BC2-4F69-B8EF-146132773AD6}" dt="2026-05-10T13:27:35.793" v="1260" actId="478"/>
          <ac:picMkLst>
            <pc:docMk/>
            <pc:sldMk cId="3807461128" sldId="316"/>
            <ac:picMk id="5" creationId="{6D08AF32-8C5A-B347-980E-F7FED819D788}"/>
          </ac:picMkLst>
        </pc:picChg>
        <pc:picChg chg="del">
          <ac:chgData name="Lösener, U.C. (Ulrich)" userId="7067505c-4e0d-4c2c-84f8-5a3ff76d7a4a" providerId="ADAL" clId="{FC9D629A-5BC2-4F69-B8EF-146132773AD6}" dt="2026-05-10T13:27:35.793" v="1260" actId="478"/>
          <ac:picMkLst>
            <pc:docMk/>
            <pc:sldMk cId="3807461128" sldId="316"/>
            <ac:picMk id="6" creationId="{C807F928-8939-3FC7-28EB-90AEE345CF64}"/>
          </ac:picMkLst>
        </pc:picChg>
        <pc:picChg chg="del">
          <ac:chgData name="Lösener, U.C. (Ulrich)" userId="7067505c-4e0d-4c2c-84f8-5a3ff76d7a4a" providerId="ADAL" clId="{FC9D629A-5BC2-4F69-B8EF-146132773AD6}" dt="2026-05-10T13:27:35.793" v="1260" actId="478"/>
          <ac:picMkLst>
            <pc:docMk/>
            <pc:sldMk cId="3807461128" sldId="316"/>
            <ac:picMk id="7" creationId="{F1F5283D-5F3A-C1A9-6EBA-A7DF1368165D}"/>
          </ac:picMkLst>
        </pc:picChg>
        <pc:picChg chg="del">
          <ac:chgData name="Lösener, U.C. (Ulrich)" userId="7067505c-4e0d-4c2c-84f8-5a3ff76d7a4a" providerId="ADAL" clId="{FC9D629A-5BC2-4F69-B8EF-146132773AD6}" dt="2026-05-10T13:27:35.793" v="1260" actId="478"/>
          <ac:picMkLst>
            <pc:docMk/>
            <pc:sldMk cId="3807461128" sldId="316"/>
            <ac:picMk id="8" creationId="{BE49A320-29E7-CB0F-7295-8A0916800160}"/>
          </ac:picMkLst>
        </pc:picChg>
        <pc:picChg chg="del">
          <ac:chgData name="Lösener, U.C. (Ulrich)" userId="7067505c-4e0d-4c2c-84f8-5a3ff76d7a4a" providerId="ADAL" clId="{FC9D629A-5BC2-4F69-B8EF-146132773AD6}" dt="2026-05-10T13:27:12.104" v="1259" actId="478"/>
          <ac:picMkLst>
            <pc:docMk/>
            <pc:sldMk cId="3807461128" sldId="316"/>
            <ac:picMk id="9" creationId="{CD8E3A81-B7A6-2A0C-6B1F-11E1D37A02BF}"/>
          </ac:picMkLst>
        </pc:picChg>
        <pc:picChg chg="add mod">
          <ac:chgData name="Lösener, U.C. (Ulrich)" userId="7067505c-4e0d-4c2c-84f8-5a3ff76d7a4a" providerId="ADAL" clId="{FC9D629A-5BC2-4F69-B8EF-146132773AD6}" dt="2026-05-10T13:36:16.935" v="1617" actId="1076"/>
          <ac:picMkLst>
            <pc:docMk/>
            <pc:sldMk cId="3807461128" sldId="316"/>
            <ac:picMk id="10" creationId="{4AFAB221-5DBF-F558-BACE-D7F0CBC159F4}"/>
          </ac:picMkLst>
        </pc:picChg>
        <pc:picChg chg="add del mod">
          <ac:chgData name="Lösener, U.C. (Ulrich)" userId="7067505c-4e0d-4c2c-84f8-5a3ff76d7a4a" providerId="ADAL" clId="{FC9D629A-5BC2-4F69-B8EF-146132773AD6}" dt="2026-05-10T13:36:04.957" v="1613" actId="478"/>
          <ac:picMkLst>
            <pc:docMk/>
            <pc:sldMk cId="3807461128" sldId="316"/>
            <ac:picMk id="11" creationId="{5B4DA342-20A6-73BD-BA85-FB08D08C2A6E}"/>
          </ac:picMkLst>
        </pc:picChg>
      </pc:sldChg>
      <pc:sldChg chg="addSp delSp modSp add mod ord delAnim modAnim">
        <pc:chgData name="Lösener, U.C. (Ulrich)" userId="7067505c-4e0d-4c2c-84f8-5a3ff76d7a4a" providerId="ADAL" clId="{FC9D629A-5BC2-4F69-B8EF-146132773AD6}" dt="2026-05-10T15:12:04.134" v="3526" actId="1076"/>
        <pc:sldMkLst>
          <pc:docMk/>
          <pc:sldMk cId="3351655543" sldId="317"/>
        </pc:sldMkLst>
        <pc:spChg chg="mod">
          <ac:chgData name="Lösener, U.C. (Ulrich)" userId="7067505c-4e0d-4c2c-84f8-5a3ff76d7a4a" providerId="ADAL" clId="{FC9D629A-5BC2-4F69-B8EF-146132773AD6}" dt="2026-05-10T13:37:44.324" v="1706" actId="20577"/>
          <ac:spMkLst>
            <pc:docMk/>
            <pc:sldMk cId="3351655543" sldId="317"/>
            <ac:spMk id="3" creationId="{01746CA4-A35C-A952-27C7-2CF617B10879}"/>
          </ac:spMkLst>
        </pc:spChg>
        <pc:spChg chg="add del mod">
          <ac:chgData name="Lösener, U.C. (Ulrich)" userId="7067505c-4e0d-4c2c-84f8-5a3ff76d7a4a" providerId="ADAL" clId="{FC9D629A-5BC2-4F69-B8EF-146132773AD6}" dt="2026-05-10T13:38:25.717" v="1713"/>
          <ac:spMkLst>
            <pc:docMk/>
            <pc:sldMk cId="3351655543" sldId="317"/>
            <ac:spMk id="5" creationId="{D78695BE-C0E0-18CD-3D45-B6FDFFE30B35}"/>
          </ac:spMkLst>
        </pc:spChg>
        <pc:spChg chg="add mod">
          <ac:chgData name="Lösener, U.C. (Ulrich)" userId="7067505c-4e0d-4c2c-84f8-5a3ff76d7a4a" providerId="ADAL" clId="{FC9D629A-5BC2-4F69-B8EF-146132773AD6}" dt="2026-05-10T13:38:19.412" v="1710"/>
          <ac:spMkLst>
            <pc:docMk/>
            <pc:sldMk cId="3351655543" sldId="317"/>
            <ac:spMk id="6" creationId="{5DD8E3A4-2745-B5AF-741D-D9B26190D686}"/>
          </ac:spMkLst>
        </pc:spChg>
        <pc:spChg chg="add mod">
          <ac:chgData name="Lösener, U.C. (Ulrich)" userId="7067505c-4e0d-4c2c-84f8-5a3ff76d7a4a" providerId="ADAL" clId="{FC9D629A-5BC2-4F69-B8EF-146132773AD6}" dt="2026-05-10T13:38:19.412" v="1710"/>
          <ac:spMkLst>
            <pc:docMk/>
            <pc:sldMk cId="3351655543" sldId="317"/>
            <ac:spMk id="7" creationId="{C99DC864-1447-9F8C-D7B0-1CC93A474956}"/>
          </ac:spMkLst>
        </pc:spChg>
        <pc:spChg chg="add mod">
          <ac:chgData name="Lösener, U.C. (Ulrich)" userId="7067505c-4e0d-4c2c-84f8-5a3ff76d7a4a" providerId="ADAL" clId="{FC9D629A-5BC2-4F69-B8EF-146132773AD6}" dt="2026-05-10T13:38:19.412" v="1710"/>
          <ac:spMkLst>
            <pc:docMk/>
            <pc:sldMk cId="3351655543" sldId="317"/>
            <ac:spMk id="8" creationId="{611B66B0-92A9-A75C-BDA5-543AB71582DF}"/>
          </ac:spMkLst>
        </pc:spChg>
        <pc:spChg chg="add mod">
          <ac:chgData name="Lösener, U.C. (Ulrich)" userId="7067505c-4e0d-4c2c-84f8-5a3ff76d7a4a" providerId="ADAL" clId="{FC9D629A-5BC2-4F69-B8EF-146132773AD6}" dt="2026-05-10T13:38:19.412" v="1710"/>
          <ac:spMkLst>
            <pc:docMk/>
            <pc:sldMk cId="3351655543" sldId="317"/>
            <ac:spMk id="9" creationId="{B02184CC-AB3A-DF8F-6032-0F944E995BF8}"/>
          </ac:spMkLst>
        </pc:spChg>
        <pc:spChg chg="add mod">
          <ac:chgData name="Lösener, U.C. (Ulrich)" userId="7067505c-4e0d-4c2c-84f8-5a3ff76d7a4a" providerId="ADAL" clId="{FC9D629A-5BC2-4F69-B8EF-146132773AD6}" dt="2026-05-10T13:38:19.412" v="1710"/>
          <ac:spMkLst>
            <pc:docMk/>
            <pc:sldMk cId="3351655543" sldId="317"/>
            <ac:spMk id="11" creationId="{92519906-F8B9-BB16-9703-48F17D2ADB61}"/>
          </ac:spMkLst>
        </pc:spChg>
        <pc:spChg chg="add mod">
          <ac:chgData name="Lösener, U.C. (Ulrich)" userId="7067505c-4e0d-4c2c-84f8-5a3ff76d7a4a" providerId="ADAL" clId="{FC9D629A-5BC2-4F69-B8EF-146132773AD6}" dt="2026-05-10T13:38:19.412" v="1710"/>
          <ac:spMkLst>
            <pc:docMk/>
            <pc:sldMk cId="3351655543" sldId="317"/>
            <ac:spMk id="12" creationId="{A0D9EE88-E3D5-847D-784C-962236D5972B}"/>
          </ac:spMkLst>
        </pc:spChg>
        <pc:spChg chg="add mod">
          <ac:chgData name="Lösener, U.C. (Ulrich)" userId="7067505c-4e0d-4c2c-84f8-5a3ff76d7a4a" providerId="ADAL" clId="{FC9D629A-5BC2-4F69-B8EF-146132773AD6}" dt="2026-05-10T13:38:19.412" v="1710"/>
          <ac:spMkLst>
            <pc:docMk/>
            <pc:sldMk cId="3351655543" sldId="317"/>
            <ac:spMk id="14" creationId="{14A587AE-8A96-331C-923A-35FE19807800}"/>
          </ac:spMkLst>
        </pc:spChg>
        <pc:spChg chg="add mod">
          <ac:chgData name="Lösener, U.C. (Ulrich)" userId="7067505c-4e0d-4c2c-84f8-5a3ff76d7a4a" providerId="ADAL" clId="{FC9D629A-5BC2-4F69-B8EF-146132773AD6}" dt="2026-05-10T13:38:19.412" v="1710"/>
          <ac:spMkLst>
            <pc:docMk/>
            <pc:sldMk cId="3351655543" sldId="317"/>
            <ac:spMk id="20" creationId="{04AAE983-1A3B-6226-ECA0-DA4E7636F8D9}"/>
          </ac:spMkLst>
        </pc:spChg>
        <pc:spChg chg="add mod">
          <ac:chgData name="Lösener, U.C. (Ulrich)" userId="7067505c-4e0d-4c2c-84f8-5a3ff76d7a4a" providerId="ADAL" clId="{FC9D629A-5BC2-4F69-B8EF-146132773AD6}" dt="2026-05-10T13:38:19.412" v="1710"/>
          <ac:spMkLst>
            <pc:docMk/>
            <pc:sldMk cId="3351655543" sldId="317"/>
            <ac:spMk id="21" creationId="{79FBAF19-D24D-7E29-CC38-ABE81D9EDC77}"/>
          </ac:spMkLst>
        </pc:spChg>
        <pc:spChg chg="add del mod">
          <ac:chgData name="Lösener, U.C. (Ulrich)" userId="7067505c-4e0d-4c2c-84f8-5a3ff76d7a4a" providerId="ADAL" clId="{FC9D629A-5BC2-4F69-B8EF-146132773AD6}" dt="2026-05-10T13:38:38.435" v="1717" actId="478"/>
          <ac:spMkLst>
            <pc:docMk/>
            <pc:sldMk cId="3351655543" sldId="317"/>
            <ac:spMk id="23" creationId="{CE83657C-3FFA-0E95-7B5E-625C848CF26D}"/>
          </ac:spMkLst>
        </pc:spChg>
        <pc:spChg chg="add del mod">
          <ac:chgData name="Lösener, U.C. (Ulrich)" userId="7067505c-4e0d-4c2c-84f8-5a3ff76d7a4a" providerId="ADAL" clId="{FC9D629A-5BC2-4F69-B8EF-146132773AD6}" dt="2026-05-10T13:38:38.435" v="1717" actId="478"/>
          <ac:spMkLst>
            <pc:docMk/>
            <pc:sldMk cId="3351655543" sldId="317"/>
            <ac:spMk id="24" creationId="{516D1586-C841-C24C-2DB1-E8DF338E9C25}"/>
          </ac:spMkLst>
        </pc:spChg>
        <pc:spChg chg="add del mod">
          <ac:chgData name="Lösener, U.C. (Ulrich)" userId="7067505c-4e0d-4c2c-84f8-5a3ff76d7a4a" providerId="ADAL" clId="{FC9D629A-5BC2-4F69-B8EF-146132773AD6}" dt="2026-05-10T13:38:38.435" v="1717" actId="478"/>
          <ac:spMkLst>
            <pc:docMk/>
            <pc:sldMk cId="3351655543" sldId="317"/>
            <ac:spMk id="25" creationId="{4C52B7AF-6994-3DC6-CBC3-F8B6D0D11D4B}"/>
          </ac:spMkLst>
        </pc:spChg>
        <pc:spChg chg="add del mod">
          <ac:chgData name="Lösener, U.C. (Ulrich)" userId="7067505c-4e0d-4c2c-84f8-5a3ff76d7a4a" providerId="ADAL" clId="{FC9D629A-5BC2-4F69-B8EF-146132773AD6}" dt="2026-05-10T13:38:38.435" v="1717" actId="478"/>
          <ac:spMkLst>
            <pc:docMk/>
            <pc:sldMk cId="3351655543" sldId="317"/>
            <ac:spMk id="26" creationId="{33255054-F926-DAB8-D081-3CC80F7324B4}"/>
          </ac:spMkLst>
        </pc:spChg>
        <pc:spChg chg="add del mod">
          <ac:chgData name="Lösener, U.C. (Ulrich)" userId="7067505c-4e0d-4c2c-84f8-5a3ff76d7a4a" providerId="ADAL" clId="{FC9D629A-5BC2-4F69-B8EF-146132773AD6}" dt="2026-05-10T13:38:38.435" v="1717" actId="478"/>
          <ac:spMkLst>
            <pc:docMk/>
            <pc:sldMk cId="3351655543" sldId="317"/>
            <ac:spMk id="27" creationId="{BD34CD2D-8475-89FE-B20F-99611A946D47}"/>
          </ac:spMkLst>
        </pc:spChg>
        <pc:spChg chg="add del mod">
          <ac:chgData name="Lösener, U.C. (Ulrich)" userId="7067505c-4e0d-4c2c-84f8-5a3ff76d7a4a" providerId="ADAL" clId="{FC9D629A-5BC2-4F69-B8EF-146132773AD6}" dt="2026-05-10T13:38:38.435" v="1717" actId="478"/>
          <ac:spMkLst>
            <pc:docMk/>
            <pc:sldMk cId="3351655543" sldId="317"/>
            <ac:spMk id="28" creationId="{92337DD8-DCBF-572C-D09D-9914D88FBBBA}"/>
          </ac:spMkLst>
        </pc:spChg>
        <pc:spChg chg="add del mod">
          <ac:chgData name="Lösener, U.C. (Ulrich)" userId="7067505c-4e0d-4c2c-84f8-5a3ff76d7a4a" providerId="ADAL" clId="{FC9D629A-5BC2-4F69-B8EF-146132773AD6}" dt="2026-05-10T13:38:38.435" v="1717" actId="478"/>
          <ac:spMkLst>
            <pc:docMk/>
            <pc:sldMk cId="3351655543" sldId="317"/>
            <ac:spMk id="29" creationId="{7F2A39E2-4368-17B5-7825-E896223A852D}"/>
          </ac:spMkLst>
        </pc:spChg>
        <pc:spChg chg="add del mod">
          <ac:chgData name="Lösener, U.C. (Ulrich)" userId="7067505c-4e0d-4c2c-84f8-5a3ff76d7a4a" providerId="ADAL" clId="{FC9D629A-5BC2-4F69-B8EF-146132773AD6}" dt="2026-05-10T13:38:38.435" v="1717" actId="478"/>
          <ac:spMkLst>
            <pc:docMk/>
            <pc:sldMk cId="3351655543" sldId="317"/>
            <ac:spMk id="31" creationId="{64BA6828-E8F1-FE0C-7BB1-088179B8CC2B}"/>
          </ac:spMkLst>
        </pc:spChg>
        <pc:spChg chg="add del mod">
          <ac:chgData name="Lösener, U.C. (Ulrich)" userId="7067505c-4e0d-4c2c-84f8-5a3ff76d7a4a" providerId="ADAL" clId="{FC9D629A-5BC2-4F69-B8EF-146132773AD6}" dt="2026-05-10T13:38:38.435" v="1717" actId="478"/>
          <ac:spMkLst>
            <pc:docMk/>
            <pc:sldMk cId="3351655543" sldId="317"/>
            <ac:spMk id="37" creationId="{078C8EB7-03B6-C70D-F47A-288738CC8279}"/>
          </ac:spMkLst>
        </pc:spChg>
        <pc:spChg chg="add del mod">
          <ac:chgData name="Lösener, U.C. (Ulrich)" userId="7067505c-4e0d-4c2c-84f8-5a3ff76d7a4a" providerId="ADAL" clId="{FC9D629A-5BC2-4F69-B8EF-146132773AD6}" dt="2026-05-10T13:38:38.435" v="1717" actId="478"/>
          <ac:spMkLst>
            <pc:docMk/>
            <pc:sldMk cId="3351655543" sldId="317"/>
            <ac:spMk id="38" creationId="{ABDCC3CA-400D-347E-2F76-C88E3182B37E}"/>
          </ac:spMkLst>
        </pc:spChg>
        <pc:spChg chg="add del mod">
          <ac:chgData name="Lösener, U.C. (Ulrich)" userId="7067505c-4e0d-4c2c-84f8-5a3ff76d7a4a" providerId="ADAL" clId="{FC9D629A-5BC2-4F69-B8EF-146132773AD6}" dt="2026-05-10T13:46:07.557" v="1811" actId="478"/>
          <ac:spMkLst>
            <pc:docMk/>
            <pc:sldMk cId="3351655543" sldId="317"/>
            <ac:spMk id="41" creationId="{E7234676-5E71-1EFE-7615-3CB0224725CF}"/>
          </ac:spMkLst>
        </pc:spChg>
        <pc:spChg chg="add del mod">
          <ac:chgData name="Lösener, U.C. (Ulrich)" userId="7067505c-4e0d-4c2c-84f8-5a3ff76d7a4a" providerId="ADAL" clId="{FC9D629A-5BC2-4F69-B8EF-146132773AD6}" dt="2026-05-10T13:46:10.363" v="1813" actId="478"/>
          <ac:spMkLst>
            <pc:docMk/>
            <pc:sldMk cId="3351655543" sldId="317"/>
            <ac:spMk id="42" creationId="{A5BA4EEC-7F84-0F6D-F7E4-8B735F29652E}"/>
          </ac:spMkLst>
        </pc:spChg>
        <pc:spChg chg="add del mod">
          <ac:chgData name="Lösener, U.C. (Ulrich)" userId="7067505c-4e0d-4c2c-84f8-5a3ff76d7a4a" providerId="ADAL" clId="{FC9D629A-5BC2-4F69-B8EF-146132773AD6}" dt="2026-05-10T13:46:11.367" v="1814" actId="478"/>
          <ac:spMkLst>
            <pc:docMk/>
            <pc:sldMk cId="3351655543" sldId="317"/>
            <ac:spMk id="43" creationId="{384738BC-72E0-81EF-6C51-911280DFE837}"/>
          </ac:spMkLst>
        </pc:spChg>
        <pc:spChg chg="add mod">
          <ac:chgData name="Lösener, U.C. (Ulrich)" userId="7067505c-4e0d-4c2c-84f8-5a3ff76d7a4a" providerId="ADAL" clId="{FC9D629A-5BC2-4F69-B8EF-146132773AD6}" dt="2026-05-10T15:07:51.238" v="3454" actId="1076"/>
          <ac:spMkLst>
            <pc:docMk/>
            <pc:sldMk cId="3351655543" sldId="317"/>
            <ac:spMk id="45" creationId="{6A8D717A-75DF-E93C-545A-7AE1AB8B7527}"/>
          </ac:spMkLst>
        </pc:spChg>
        <pc:spChg chg="add mod">
          <ac:chgData name="Lösener, U.C. (Ulrich)" userId="7067505c-4e0d-4c2c-84f8-5a3ff76d7a4a" providerId="ADAL" clId="{FC9D629A-5BC2-4F69-B8EF-146132773AD6}" dt="2026-05-10T13:48:25.856" v="1841"/>
          <ac:spMkLst>
            <pc:docMk/>
            <pc:sldMk cId="3351655543" sldId="317"/>
            <ac:spMk id="46" creationId="{238024A0-0047-3502-490D-9B76B511B87A}"/>
          </ac:spMkLst>
        </pc:spChg>
        <pc:spChg chg="add mod">
          <ac:chgData name="Lösener, U.C. (Ulrich)" userId="7067505c-4e0d-4c2c-84f8-5a3ff76d7a4a" providerId="ADAL" clId="{FC9D629A-5BC2-4F69-B8EF-146132773AD6}" dt="2026-05-10T15:07:53.966" v="3455" actId="1076"/>
          <ac:spMkLst>
            <pc:docMk/>
            <pc:sldMk cId="3351655543" sldId="317"/>
            <ac:spMk id="47" creationId="{BB38F3A9-8C89-784C-0F3C-C235DC9A72CD}"/>
          </ac:spMkLst>
        </pc:spChg>
        <pc:spChg chg="add mod">
          <ac:chgData name="Lösener, U.C. (Ulrich)" userId="7067505c-4e0d-4c2c-84f8-5a3ff76d7a4a" providerId="ADAL" clId="{FC9D629A-5BC2-4F69-B8EF-146132773AD6}" dt="2026-05-10T15:07:59.388" v="3457" actId="1076"/>
          <ac:spMkLst>
            <pc:docMk/>
            <pc:sldMk cId="3351655543" sldId="317"/>
            <ac:spMk id="48" creationId="{00885BDF-0FDB-FF00-4E56-B852FDE655D0}"/>
          </ac:spMkLst>
        </pc:spChg>
        <pc:spChg chg="add mod">
          <ac:chgData name="Lösener, U.C. (Ulrich)" userId="7067505c-4e0d-4c2c-84f8-5a3ff76d7a4a" providerId="ADAL" clId="{FC9D629A-5BC2-4F69-B8EF-146132773AD6}" dt="2026-05-10T15:08:03.280" v="3458" actId="1076"/>
          <ac:spMkLst>
            <pc:docMk/>
            <pc:sldMk cId="3351655543" sldId="317"/>
            <ac:spMk id="49" creationId="{DC178276-EB15-F5AB-70CA-A44512537948}"/>
          </ac:spMkLst>
        </pc:spChg>
        <pc:spChg chg="add mod">
          <ac:chgData name="Lösener, U.C. (Ulrich)" userId="7067505c-4e0d-4c2c-84f8-5a3ff76d7a4a" providerId="ADAL" clId="{FC9D629A-5BC2-4F69-B8EF-146132773AD6}" dt="2026-05-10T15:08:09.872" v="3459" actId="1076"/>
          <ac:spMkLst>
            <pc:docMk/>
            <pc:sldMk cId="3351655543" sldId="317"/>
            <ac:spMk id="50" creationId="{C458349C-7ABF-A443-C660-E44CA8B69E9A}"/>
          </ac:spMkLst>
        </pc:spChg>
        <pc:spChg chg="add mod">
          <ac:chgData name="Lösener, U.C. (Ulrich)" userId="7067505c-4e0d-4c2c-84f8-5a3ff76d7a4a" providerId="ADAL" clId="{FC9D629A-5BC2-4F69-B8EF-146132773AD6}" dt="2026-05-10T15:08:14.878" v="3460" actId="1076"/>
          <ac:spMkLst>
            <pc:docMk/>
            <pc:sldMk cId="3351655543" sldId="317"/>
            <ac:spMk id="51" creationId="{1C7F526B-1321-2B14-7F23-4F07CA1B5382}"/>
          </ac:spMkLst>
        </pc:spChg>
        <pc:spChg chg="add mod">
          <ac:chgData name="Lösener, U.C. (Ulrich)" userId="7067505c-4e0d-4c2c-84f8-5a3ff76d7a4a" providerId="ADAL" clId="{FC9D629A-5BC2-4F69-B8EF-146132773AD6}" dt="2026-05-10T15:10:21.756" v="3506" actId="1076"/>
          <ac:spMkLst>
            <pc:docMk/>
            <pc:sldMk cId="3351655543" sldId="317"/>
            <ac:spMk id="52" creationId="{61B175BA-F377-86D2-7C15-7E2E9B5D72C0}"/>
          </ac:spMkLst>
        </pc:spChg>
        <pc:spChg chg="del mod">
          <ac:chgData name="Lösener, U.C. (Ulrich)" userId="7067505c-4e0d-4c2c-84f8-5a3ff76d7a4a" providerId="ADAL" clId="{FC9D629A-5BC2-4F69-B8EF-146132773AD6}" dt="2026-05-10T13:38:18.927" v="1709" actId="478"/>
          <ac:spMkLst>
            <pc:docMk/>
            <pc:sldMk cId="3351655543" sldId="317"/>
            <ac:spMk id="60" creationId="{2CBDE595-C643-14E8-B05C-0E88ADF604A6}"/>
          </ac:spMkLst>
        </pc:spChg>
        <pc:graphicFrameChg chg="add del mod modGraphic">
          <ac:chgData name="Lösener, U.C. (Ulrich)" userId="7067505c-4e0d-4c2c-84f8-5a3ff76d7a4a" providerId="ADAL" clId="{FC9D629A-5BC2-4F69-B8EF-146132773AD6}" dt="2026-05-10T13:47:58.608" v="1828" actId="478"/>
          <ac:graphicFrameMkLst>
            <pc:docMk/>
            <pc:sldMk cId="3351655543" sldId="317"/>
            <ac:graphicFrameMk id="44" creationId="{72B72A4D-8C2F-8611-69B7-C1D14D48524C}"/>
          </ac:graphicFrameMkLst>
        </pc:graphicFrameChg>
        <pc:picChg chg="del">
          <ac:chgData name="Lösener, U.C. (Ulrich)" userId="7067505c-4e0d-4c2c-84f8-5a3ff76d7a4a" providerId="ADAL" clId="{FC9D629A-5BC2-4F69-B8EF-146132773AD6}" dt="2026-05-10T13:37:50.088" v="1708" actId="478"/>
          <ac:picMkLst>
            <pc:docMk/>
            <pc:sldMk cId="3351655543" sldId="317"/>
            <ac:picMk id="4" creationId="{394C2AE6-FF27-1AF2-F624-882E770B3654}"/>
          </ac:picMkLst>
        </pc:picChg>
        <pc:picChg chg="del">
          <ac:chgData name="Lösener, U.C. (Ulrich)" userId="7067505c-4e0d-4c2c-84f8-5a3ff76d7a4a" providerId="ADAL" clId="{FC9D629A-5BC2-4F69-B8EF-146132773AD6}" dt="2026-05-10T13:37:50.088" v="1708" actId="478"/>
          <ac:picMkLst>
            <pc:docMk/>
            <pc:sldMk cId="3351655543" sldId="317"/>
            <ac:picMk id="10" creationId="{D4F2CD1D-AC57-EC80-596B-2CF96010D565}"/>
          </ac:picMkLst>
        </pc:picChg>
        <pc:picChg chg="add del mod">
          <ac:chgData name="Lösener, U.C. (Ulrich)" userId="7067505c-4e0d-4c2c-84f8-5a3ff76d7a4a" providerId="ADAL" clId="{FC9D629A-5BC2-4F69-B8EF-146132773AD6}" dt="2026-05-10T15:11:45.522" v="3520" actId="478"/>
          <ac:picMkLst>
            <pc:docMk/>
            <pc:sldMk cId="3351655543" sldId="317"/>
            <ac:picMk id="25" creationId="{A653714A-909C-63B3-F1DC-AD01E214CB1B}"/>
          </ac:picMkLst>
        </pc:picChg>
        <pc:picChg chg="add mod">
          <ac:chgData name="Lösener, U.C. (Ulrich)" userId="7067505c-4e0d-4c2c-84f8-5a3ff76d7a4a" providerId="ADAL" clId="{FC9D629A-5BC2-4F69-B8EF-146132773AD6}" dt="2026-05-10T15:12:04.134" v="3526" actId="1076"/>
          <ac:picMkLst>
            <pc:docMk/>
            <pc:sldMk cId="3351655543" sldId="317"/>
            <ac:picMk id="26" creationId="{08D8B83A-4ECE-6751-3578-CA1BD4A54E96}"/>
          </ac:picMkLst>
        </pc:picChg>
        <pc:picChg chg="add mod">
          <ac:chgData name="Lösener, U.C. (Ulrich)" userId="7067505c-4e0d-4c2c-84f8-5a3ff76d7a4a" providerId="ADAL" clId="{FC9D629A-5BC2-4F69-B8EF-146132773AD6}" dt="2026-05-10T15:11:51.796" v="3523" actId="1076"/>
          <ac:picMkLst>
            <pc:docMk/>
            <pc:sldMk cId="3351655543" sldId="317"/>
            <ac:picMk id="28" creationId="{47C281DB-76EC-5A6D-9173-36350F83CEF8}"/>
          </ac:picMkLst>
        </pc:picChg>
        <pc:cxnChg chg="add mod">
          <ac:chgData name="Lösener, U.C. (Ulrich)" userId="7067505c-4e0d-4c2c-84f8-5a3ff76d7a4a" providerId="ADAL" clId="{FC9D629A-5BC2-4F69-B8EF-146132773AD6}" dt="2026-05-10T15:09:19.128" v="3486" actId="1582"/>
          <ac:cxnSpMkLst>
            <pc:docMk/>
            <pc:sldMk cId="3351655543" sldId="317"/>
            <ac:cxnSpMk id="5" creationId="{55B2971B-58B6-F38E-AA61-79626C59B6DE}"/>
          </ac:cxnSpMkLst>
        </pc:cxnChg>
        <pc:cxnChg chg="add mod">
          <ac:chgData name="Lösener, U.C. (Ulrich)" userId="7067505c-4e0d-4c2c-84f8-5a3ff76d7a4a" providerId="ADAL" clId="{FC9D629A-5BC2-4F69-B8EF-146132773AD6}" dt="2026-05-10T15:09:34.109" v="3490" actId="14100"/>
          <ac:cxnSpMkLst>
            <pc:docMk/>
            <pc:sldMk cId="3351655543" sldId="317"/>
            <ac:cxnSpMk id="6" creationId="{BAFACF43-60DD-7EFF-93D7-DEC418BAEC2B}"/>
          </ac:cxnSpMkLst>
        </pc:cxnChg>
        <pc:cxnChg chg="add mod">
          <ac:chgData name="Lösener, U.C. (Ulrich)" userId="7067505c-4e0d-4c2c-84f8-5a3ff76d7a4a" providerId="ADAL" clId="{FC9D629A-5BC2-4F69-B8EF-146132773AD6}" dt="2026-05-10T15:09:43.256" v="3493" actId="14100"/>
          <ac:cxnSpMkLst>
            <pc:docMk/>
            <pc:sldMk cId="3351655543" sldId="317"/>
            <ac:cxnSpMk id="9" creationId="{593368AA-B8C9-3FFB-DB64-96EB4165D96A}"/>
          </ac:cxnSpMkLst>
        </pc:cxnChg>
        <pc:cxnChg chg="add mod">
          <ac:chgData name="Lösener, U.C. (Ulrich)" userId="7067505c-4e0d-4c2c-84f8-5a3ff76d7a4a" providerId="ADAL" clId="{FC9D629A-5BC2-4F69-B8EF-146132773AD6}" dt="2026-05-10T15:09:50.518" v="3496" actId="14100"/>
          <ac:cxnSpMkLst>
            <pc:docMk/>
            <pc:sldMk cId="3351655543" sldId="317"/>
            <ac:cxnSpMk id="12" creationId="{63C27E77-35CA-CF2A-ADC1-DAF560CADB3D}"/>
          </ac:cxnSpMkLst>
        </pc:cxnChg>
        <pc:cxnChg chg="add mod">
          <ac:chgData name="Lösener, U.C. (Ulrich)" userId="7067505c-4e0d-4c2c-84f8-5a3ff76d7a4a" providerId="ADAL" clId="{FC9D629A-5BC2-4F69-B8EF-146132773AD6}" dt="2026-05-10T15:09:57.901" v="3499" actId="14100"/>
          <ac:cxnSpMkLst>
            <pc:docMk/>
            <pc:sldMk cId="3351655543" sldId="317"/>
            <ac:cxnSpMk id="15" creationId="{C362F80E-5ED5-1CA2-29BB-C22E2E14A9D9}"/>
          </ac:cxnSpMkLst>
        </pc:cxnChg>
        <pc:cxnChg chg="add mod">
          <ac:chgData name="Lösener, U.C. (Ulrich)" userId="7067505c-4e0d-4c2c-84f8-5a3ff76d7a4a" providerId="ADAL" clId="{FC9D629A-5BC2-4F69-B8EF-146132773AD6}" dt="2026-05-10T15:10:03.309" v="3502" actId="14100"/>
          <ac:cxnSpMkLst>
            <pc:docMk/>
            <pc:sldMk cId="3351655543" sldId="317"/>
            <ac:cxnSpMk id="18" creationId="{8A217A3E-9939-B8D0-D545-05577FFC19EA}"/>
          </ac:cxnSpMkLst>
        </pc:cxnChg>
        <pc:cxnChg chg="add mod">
          <ac:chgData name="Lösener, U.C. (Ulrich)" userId="7067505c-4e0d-4c2c-84f8-5a3ff76d7a4a" providerId="ADAL" clId="{FC9D629A-5BC2-4F69-B8EF-146132773AD6}" dt="2026-05-10T15:10:21.756" v="3506" actId="1076"/>
          <ac:cxnSpMkLst>
            <pc:docMk/>
            <pc:sldMk cId="3351655543" sldId="317"/>
            <ac:cxnSpMk id="21" creationId="{209501BE-3CA1-B32B-87BB-E977B3EE08AC}"/>
          </ac:cxnSpMkLst>
        </pc:cxnChg>
      </pc:sldChg>
      <pc:sldChg chg="modSp add">
        <pc:chgData name="Lösener, U.C. (Ulrich)" userId="7067505c-4e0d-4c2c-84f8-5a3ff76d7a4a" providerId="ADAL" clId="{FC9D629A-5BC2-4F69-B8EF-146132773AD6}" dt="2026-05-10T14:24:52.565" v="2843"/>
        <pc:sldMkLst>
          <pc:docMk/>
          <pc:sldMk cId="2533319972" sldId="318"/>
        </pc:sldMkLst>
        <pc:spChg chg="mod">
          <ac:chgData name="Lösener, U.C. (Ulrich)" userId="7067505c-4e0d-4c2c-84f8-5a3ff76d7a4a" providerId="ADAL" clId="{FC9D629A-5BC2-4F69-B8EF-146132773AD6}" dt="2026-05-10T14:24:52.565" v="2843"/>
          <ac:spMkLst>
            <pc:docMk/>
            <pc:sldMk cId="2533319972" sldId="318"/>
            <ac:spMk id="2" creationId="{9B928AEC-720D-E117-4AB5-4177E50F4A32}"/>
          </ac:spMkLst>
        </pc:spChg>
      </pc:sldChg>
      <pc:sldChg chg="modSp add">
        <pc:chgData name="Lösener, U.C. (Ulrich)" userId="7067505c-4e0d-4c2c-84f8-5a3ff76d7a4a" providerId="ADAL" clId="{FC9D629A-5BC2-4F69-B8EF-146132773AD6}" dt="2026-05-10T14:24:48.262" v="2842"/>
        <pc:sldMkLst>
          <pc:docMk/>
          <pc:sldMk cId="1597467726" sldId="319"/>
        </pc:sldMkLst>
        <pc:spChg chg="mod">
          <ac:chgData name="Lösener, U.C. (Ulrich)" userId="7067505c-4e0d-4c2c-84f8-5a3ff76d7a4a" providerId="ADAL" clId="{FC9D629A-5BC2-4F69-B8EF-146132773AD6}" dt="2026-05-10T14:24:48.262" v="2842"/>
          <ac:spMkLst>
            <pc:docMk/>
            <pc:sldMk cId="1597467726" sldId="319"/>
            <ac:spMk id="2" creationId="{73A289EC-B669-4E7E-999F-D993FA1931FC}"/>
          </ac:spMkLst>
        </pc:spChg>
      </pc:sldChg>
      <pc:sldChg chg="modSp add">
        <pc:chgData name="Lösener, U.C. (Ulrich)" userId="7067505c-4e0d-4c2c-84f8-5a3ff76d7a4a" providerId="ADAL" clId="{FC9D629A-5BC2-4F69-B8EF-146132773AD6}" dt="2026-05-10T14:24:44.492" v="2841"/>
        <pc:sldMkLst>
          <pc:docMk/>
          <pc:sldMk cId="2269603446" sldId="320"/>
        </pc:sldMkLst>
        <pc:spChg chg="mod">
          <ac:chgData name="Lösener, U.C. (Ulrich)" userId="7067505c-4e0d-4c2c-84f8-5a3ff76d7a4a" providerId="ADAL" clId="{FC9D629A-5BC2-4F69-B8EF-146132773AD6}" dt="2026-05-10T14:24:44.492" v="2841"/>
          <ac:spMkLst>
            <pc:docMk/>
            <pc:sldMk cId="2269603446" sldId="320"/>
            <ac:spMk id="2" creationId="{7D8B77A0-10D1-4000-8CC9-B4550684468A}"/>
          </ac:spMkLst>
        </pc:spChg>
      </pc:sldChg>
      <pc:sldChg chg="add">
        <pc:chgData name="Lösener, U.C. (Ulrich)" userId="7067505c-4e0d-4c2c-84f8-5a3ff76d7a4a" providerId="ADAL" clId="{FC9D629A-5BC2-4F69-B8EF-146132773AD6}" dt="2026-05-10T13:49:58.078" v="1916"/>
        <pc:sldMkLst>
          <pc:docMk/>
          <pc:sldMk cId="1020778789" sldId="321"/>
        </pc:sldMkLst>
      </pc:sldChg>
      <pc:sldChg chg="addSp delSp modSp add mod ord modAnim">
        <pc:chgData name="Lösener, U.C. (Ulrich)" userId="7067505c-4e0d-4c2c-84f8-5a3ff76d7a4a" providerId="ADAL" clId="{FC9D629A-5BC2-4F69-B8EF-146132773AD6}" dt="2026-05-10T21:12:07.065" v="3865"/>
        <pc:sldMkLst>
          <pc:docMk/>
          <pc:sldMk cId="4197331463" sldId="322"/>
        </pc:sldMkLst>
        <pc:spChg chg="mod">
          <ac:chgData name="Lösener, U.C. (Ulrich)" userId="7067505c-4e0d-4c2c-84f8-5a3ff76d7a4a" providerId="ADAL" clId="{FC9D629A-5BC2-4F69-B8EF-146132773AD6}" dt="2026-05-10T14:09:38.632" v="2236" actId="20577"/>
          <ac:spMkLst>
            <pc:docMk/>
            <pc:sldMk cId="4197331463" sldId="322"/>
            <ac:spMk id="3" creationId="{1C615401-FA29-9A07-EE85-2D864434E121}"/>
          </ac:spMkLst>
        </pc:spChg>
        <pc:spChg chg="add mod">
          <ac:chgData name="Lösener, U.C. (Ulrich)" userId="7067505c-4e0d-4c2c-84f8-5a3ff76d7a4a" providerId="ADAL" clId="{FC9D629A-5BC2-4F69-B8EF-146132773AD6}" dt="2026-05-10T21:11:15.804" v="3836" actId="20577"/>
          <ac:spMkLst>
            <pc:docMk/>
            <pc:sldMk cId="4197331463" sldId="322"/>
            <ac:spMk id="4" creationId="{47A25A51-8EE1-2E2F-DC23-92DF710353B3}"/>
          </ac:spMkLst>
        </pc:spChg>
        <pc:spChg chg="mod">
          <ac:chgData name="Lösener, U.C. (Ulrich)" userId="7067505c-4e0d-4c2c-84f8-5a3ff76d7a4a" providerId="ADAL" clId="{FC9D629A-5BC2-4F69-B8EF-146132773AD6}" dt="2026-05-10T21:11:42.939" v="3863" actId="6549"/>
          <ac:spMkLst>
            <pc:docMk/>
            <pc:sldMk cId="4197331463" sldId="322"/>
            <ac:spMk id="60" creationId="{B29B7095-9BB1-63EF-381E-47F772119114}"/>
          </ac:spMkLst>
        </pc:spChg>
        <pc:picChg chg="del">
          <ac:chgData name="Lösener, U.C. (Ulrich)" userId="7067505c-4e0d-4c2c-84f8-5a3ff76d7a4a" providerId="ADAL" clId="{FC9D629A-5BC2-4F69-B8EF-146132773AD6}" dt="2026-05-10T14:05:55.649" v="2073" actId="478"/>
          <ac:picMkLst>
            <pc:docMk/>
            <pc:sldMk cId="4197331463" sldId="322"/>
            <ac:picMk id="4" creationId="{57151FD4-6CBF-20B2-DD99-BF056208BC35}"/>
          </ac:picMkLst>
        </pc:picChg>
        <pc:picChg chg="add mod">
          <ac:chgData name="Lösener, U.C. (Ulrich)" userId="7067505c-4e0d-4c2c-84f8-5a3ff76d7a4a" providerId="ADAL" clId="{FC9D629A-5BC2-4F69-B8EF-146132773AD6}" dt="2026-05-10T14:06:39.012" v="2181" actId="1076"/>
          <ac:picMkLst>
            <pc:docMk/>
            <pc:sldMk cId="4197331463" sldId="322"/>
            <ac:picMk id="5" creationId="{BE375E0A-B85C-81D7-CFE2-23A49BBFD37E}"/>
          </ac:picMkLst>
        </pc:picChg>
        <pc:picChg chg="del">
          <ac:chgData name="Lösener, U.C. (Ulrich)" userId="7067505c-4e0d-4c2c-84f8-5a3ff76d7a4a" providerId="ADAL" clId="{FC9D629A-5BC2-4F69-B8EF-146132773AD6}" dt="2026-05-10T14:05:58.074" v="2074" actId="478"/>
          <ac:picMkLst>
            <pc:docMk/>
            <pc:sldMk cId="4197331463" sldId="322"/>
            <ac:picMk id="10" creationId="{A7AD215A-42E1-2ACA-ED0B-A1F270212FC6}"/>
          </ac:picMkLst>
        </pc:picChg>
      </pc:sldChg>
      <pc:sldChg chg="addSp delSp modSp add mod">
        <pc:chgData name="Lösener, U.C. (Ulrich)" userId="7067505c-4e0d-4c2c-84f8-5a3ff76d7a4a" providerId="ADAL" clId="{FC9D629A-5BC2-4F69-B8EF-146132773AD6}" dt="2026-05-10T14:12:11.336" v="2259" actId="1076"/>
        <pc:sldMkLst>
          <pc:docMk/>
          <pc:sldMk cId="1883008298" sldId="323"/>
        </pc:sldMkLst>
        <pc:spChg chg="mod">
          <ac:chgData name="Lösener, U.C. (Ulrich)" userId="7067505c-4e0d-4c2c-84f8-5a3ff76d7a4a" providerId="ADAL" clId="{FC9D629A-5BC2-4F69-B8EF-146132773AD6}" dt="2026-05-10T14:09:56.118" v="2252" actId="20577"/>
          <ac:spMkLst>
            <pc:docMk/>
            <pc:sldMk cId="1883008298" sldId="323"/>
            <ac:spMk id="3" creationId="{2A4A63F8-B095-5240-5DE9-FFEE7ECA0EFA}"/>
          </ac:spMkLst>
        </pc:spChg>
        <pc:spChg chg="del mod">
          <ac:chgData name="Lösener, U.C. (Ulrich)" userId="7067505c-4e0d-4c2c-84f8-5a3ff76d7a4a" providerId="ADAL" clId="{FC9D629A-5BC2-4F69-B8EF-146132773AD6}" dt="2026-05-10T14:10:05.170" v="2254" actId="478"/>
          <ac:spMkLst>
            <pc:docMk/>
            <pc:sldMk cId="1883008298" sldId="323"/>
            <ac:spMk id="60" creationId="{67F40947-1315-0C03-D5DF-1C81C918D547}"/>
          </ac:spMkLst>
        </pc:spChg>
        <pc:picChg chg="del">
          <ac:chgData name="Lösener, U.C. (Ulrich)" userId="7067505c-4e0d-4c2c-84f8-5a3ff76d7a4a" providerId="ADAL" clId="{FC9D629A-5BC2-4F69-B8EF-146132773AD6}" dt="2026-05-10T14:10:06.941" v="2255" actId="478"/>
          <ac:picMkLst>
            <pc:docMk/>
            <pc:sldMk cId="1883008298" sldId="323"/>
            <ac:picMk id="5" creationId="{B583C2BD-BE79-34E2-42D0-8BFA3091E510}"/>
          </ac:picMkLst>
        </pc:picChg>
        <pc:picChg chg="add mod ord">
          <ac:chgData name="Lösener, U.C. (Ulrich)" userId="7067505c-4e0d-4c2c-84f8-5a3ff76d7a4a" providerId="ADAL" clId="{FC9D629A-5BC2-4F69-B8EF-146132773AD6}" dt="2026-05-10T14:12:11.336" v="2259" actId="1076"/>
          <ac:picMkLst>
            <pc:docMk/>
            <pc:sldMk cId="1883008298" sldId="323"/>
            <ac:picMk id="6" creationId="{E89A5FF0-1005-310A-A05B-16349B46C2B5}"/>
          </ac:picMkLst>
        </pc:picChg>
      </pc:sldChg>
      <pc:sldChg chg="add del">
        <pc:chgData name="Lösener, U.C. (Ulrich)" userId="7067505c-4e0d-4c2c-84f8-5a3ff76d7a4a" providerId="ADAL" clId="{FC9D629A-5BC2-4F69-B8EF-146132773AD6}" dt="2026-05-10T14:09:28.771" v="2234" actId="2890"/>
        <pc:sldMkLst>
          <pc:docMk/>
          <pc:sldMk cId="2898937213" sldId="323"/>
        </pc:sldMkLst>
      </pc:sldChg>
      <pc:sldChg chg="addSp delSp modSp add del mod">
        <pc:chgData name="Lösener, U.C. (Ulrich)" userId="7067505c-4e0d-4c2c-84f8-5a3ff76d7a4a" providerId="ADAL" clId="{FC9D629A-5BC2-4F69-B8EF-146132773AD6}" dt="2026-05-10T21:07:35.197" v="3794" actId="2696"/>
        <pc:sldMkLst>
          <pc:docMk/>
          <pc:sldMk cId="2762079954" sldId="324"/>
        </pc:sldMkLst>
        <pc:spChg chg="mod">
          <ac:chgData name="Lösener, U.C. (Ulrich)" userId="7067505c-4e0d-4c2c-84f8-5a3ff76d7a4a" providerId="ADAL" clId="{FC9D629A-5BC2-4F69-B8EF-146132773AD6}" dt="2026-05-10T14:13:40.326" v="2310" actId="1076"/>
          <ac:spMkLst>
            <pc:docMk/>
            <pc:sldMk cId="2762079954" sldId="324"/>
            <ac:spMk id="3" creationId="{C28E71C1-A7DF-F204-B4EB-9E3D446130B8}"/>
          </ac:spMkLst>
        </pc:spChg>
        <pc:spChg chg="add mod">
          <ac:chgData name="Lösener, U.C. (Ulrich)" userId="7067505c-4e0d-4c2c-84f8-5a3ff76d7a4a" providerId="ADAL" clId="{FC9D629A-5BC2-4F69-B8EF-146132773AD6}" dt="2026-05-10T15:18:41.077" v="3617" actId="20577"/>
          <ac:spMkLst>
            <pc:docMk/>
            <pc:sldMk cId="2762079954" sldId="324"/>
            <ac:spMk id="4" creationId="{B4B82E6A-D99D-AA86-85E3-FC7FC6857858}"/>
          </ac:spMkLst>
        </pc:spChg>
        <pc:spChg chg="del">
          <ac:chgData name="Lösener, U.C. (Ulrich)" userId="7067505c-4e0d-4c2c-84f8-5a3ff76d7a4a" providerId="ADAL" clId="{FC9D629A-5BC2-4F69-B8EF-146132773AD6}" dt="2026-05-10T14:13:52.606" v="2311" actId="478"/>
          <ac:spMkLst>
            <pc:docMk/>
            <pc:sldMk cId="2762079954" sldId="324"/>
            <ac:spMk id="45" creationId="{4329BA28-3B1A-B559-A9FB-1841E73B040C}"/>
          </ac:spMkLst>
        </pc:spChg>
        <pc:spChg chg="del">
          <ac:chgData name="Lösener, U.C. (Ulrich)" userId="7067505c-4e0d-4c2c-84f8-5a3ff76d7a4a" providerId="ADAL" clId="{FC9D629A-5BC2-4F69-B8EF-146132773AD6}" dt="2026-05-10T14:13:52.606" v="2311" actId="478"/>
          <ac:spMkLst>
            <pc:docMk/>
            <pc:sldMk cId="2762079954" sldId="324"/>
            <ac:spMk id="47" creationId="{03451020-C07F-FA10-3087-12F67E50534F}"/>
          </ac:spMkLst>
        </pc:spChg>
        <pc:spChg chg="del">
          <ac:chgData name="Lösener, U.C. (Ulrich)" userId="7067505c-4e0d-4c2c-84f8-5a3ff76d7a4a" providerId="ADAL" clId="{FC9D629A-5BC2-4F69-B8EF-146132773AD6}" dt="2026-05-10T14:13:52.606" v="2311" actId="478"/>
          <ac:spMkLst>
            <pc:docMk/>
            <pc:sldMk cId="2762079954" sldId="324"/>
            <ac:spMk id="48" creationId="{5F97B38A-CBBE-0E6A-5FAD-26ED8D6BB6FD}"/>
          </ac:spMkLst>
        </pc:spChg>
        <pc:spChg chg="del">
          <ac:chgData name="Lösener, U.C. (Ulrich)" userId="7067505c-4e0d-4c2c-84f8-5a3ff76d7a4a" providerId="ADAL" clId="{FC9D629A-5BC2-4F69-B8EF-146132773AD6}" dt="2026-05-10T14:13:52.606" v="2311" actId="478"/>
          <ac:spMkLst>
            <pc:docMk/>
            <pc:sldMk cId="2762079954" sldId="324"/>
            <ac:spMk id="49" creationId="{C9E5589C-AF12-0ADA-59F0-F9D3714EF7BF}"/>
          </ac:spMkLst>
        </pc:spChg>
        <pc:spChg chg="del">
          <ac:chgData name="Lösener, U.C. (Ulrich)" userId="7067505c-4e0d-4c2c-84f8-5a3ff76d7a4a" providerId="ADAL" clId="{FC9D629A-5BC2-4F69-B8EF-146132773AD6}" dt="2026-05-10T14:13:52.606" v="2311" actId="478"/>
          <ac:spMkLst>
            <pc:docMk/>
            <pc:sldMk cId="2762079954" sldId="324"/>
            <ac:spMk id="50" creationId="{0D9BB785-E88D-6BA3-30FA-C5E1B3F58E9F}"/>
          </ac:spMkLst>
        </pc:spChg>
        <pc:spChg chg="del">
          <ac:chgData name="Lösener, U.C. (Ulrich)" userId="7067505c-4e0d-4c2c-84f8-5a3ff76d7a4a" providerId="ADAL" clId="{FC9D629A-5BC2-4F69-B8EF-146132773AD6}" dt="2026-05-10T14:13:52.606" v="2311" actId="478"/>
          <ac:spMkLst>
            <pc:docMk/>
            <pc:sldMk cId="2762079954" sldId="324"/>
            <ac:spMk id="51" creationId="{D7EF6EC5-264A-33A9-7A87-80F9CC79BFC8}"/>
          </ac:spMkLst>
        </pc:spChg>
        <pc:spChg chg="del">
          <ac:chgData name="Lösener, U.C. (Ulrich)" userId="7067505c-4e0d-4c2c-84f8-5a3ff76d7a4a" providerId="ADAL" clId="{FC9D629A-5BC2-4F69-B8EF-146132773AD6}" dt="2026-05-10T14:13:52.606" v="2311" actId="478"/>
          <ac:spMkLst>
            <pc:docMk/>
            <pc:sldMk cId="2762079954" sldId="324"/>
            <ac:spMk id="52" creationId="{FCAE0583-FC3A-5A71-4F60-F0845C0906B0}"/>
          </ac:spMkLst>
        </pc:spChg>
        <pc:picChg chg="add del mod">
          <ac:chgData name="Lösener, U.C. (Ulrich)" userId="7067505c-4e0d-4c2c-84f8-5a3ff76d7a4a" providerId="ADAL" clId="{FC9D629A-5BC2-4F69-B8EF-146132773AD6}" dt="2026-05-10T15:18:42.947" v="3618" actId="478"/>
          <ac:picMkLst>
            <pc:docMk/>
            <pc:sldMk cId="2762079954" sldId="324"/>
            <ac:picMk id="5" creationId="{2C15DBB2-93F6-7766-66C7-AF265CCDFA05}"/>
          </ac:picMkLst>
        </pc:picChg>
      </pc:sldChg>
      <pc:sldChg chg="addSp delSp modSp add mod">
        <pc:chgData name="Lösener, U.C. (Ulrich)" userId="7067505c-4e0d-4c2c-84f8-5a3ff76d7a4a" providerId="ADAL" clId="{FC9D629A-5BC2-4F69-B8EF-146132773AD6}" dt="2026-05-10T14:56:41.188" v="3324"/>
        <pc:sldMkLst>
          <pc:docMk/>
          <pc:sldMk cId="323016723" sldId="325"/>
        </pc:sldMkLst>
        <pc:spChg chg="add mod">
          <ac:chgData name="Lösener, U.C. (Ulrich)" userId="7067505c-4e0d-4c2c-84f8-5a3ff76d7a4a" providerId="ADAL" clId="{FC9D629A-5BC2-4F69-B8EF-146132773AD6}" dt="2026-05-10T14:56:41.188" v="3324"/>
          <ac:spMkLst>
            <pc:docMk/>
            <pc:sldMk cId="323016723" sldId="325"/>
            <ac:spMk id="5" creationId="{B2D3D8B1-B313-0142-0ED2-4D9801EC1368}"/>
          </ac:spMkLst>
        </pc:spChg>
        <pc:spChg chg="mod">
          <ac:chgData name="Lösener, U.C. (Ulrich)" userId="7067505c-4e0d-4c2c-84f8-5a3ff76d7a4a" providerId="ADAL" clId="{FC9D629A-5BC2-4F69-B8EF-146132773AD6}" dt="2026-05-10T14:23:17.857" v="2837" actId="207"/>
          <ac:spMkLst>
            <pc:docMk/>
            <pc:sldMk cId="323016723" sldId="325"/>
            <ac:spMk id="9" creationId="{D0D7E6E8-0394-BD46-650A-77A0B36F7AFD}"/>
          </ac:spMkLst>
        </pc:spChg>
        <pc:spChg chg="mod">
          <ac:chgData name="Lösener, U.C. (Ulrich)" userId="7067505c-4e0d-4c2c-84f8-5a3ff76d7a4a" providerId="ADAL" clId="{FC9D629A-5BC2-4F69-B8EF-146132773AD6}" dt="2026-05-10T14:23:14.538" v="2836" actId="207"/>
          <ac:spMkLst>
            <pc:docMk/>
            <pc:sldMk cId="323016723" sldId="325"/>
            <ac:spMk id="12" creationId="{D349BBAA-7385-8BB6-4091-732BADE9C717}"/>
          </ac:spMkLst>
        </pc:spChg>
        <pc:picChg chg="add del mod">
          <ac:chgData name="Lösener, U.C. (Ulrich)" userId="7067505c-4e0d-4c2c-84f8-5a3ff76d7a4a" providerId="ADAL" clId="{FC9D629A-5BC2-4F69-B8EF-146132773AD6}" dt="2026-05-10T14:25:11.413" v="2845" actId="21"/>
          <ac:picMkLst>
            <pc:docMk/>
            <pc:sldMk cId="323016723" sldId="325"/>
            <ac:picMk id="4" creationId="{E89CF659-6856-D653-19B6-9C4C8DAAB425}"/>
          </ac:picMkLst>
        </pc:picChg>
      </pc:sldChg>
      <pc:sldChg chg="addSp delSp modSp add del mod delAnim modAnim">
        <pc:chgData name="Lösener, U.C. (Ulrich)" userId="7067505c-4e0d-4c2c-84f8-5a3ff76d7a4a" providerId="ADAL" clId="{FC9D629A-5BC2-4F69-B8EF-146132773AD6}" dt="2026-05-10T21:17:05.536" v="3872" actId="2696"/>
        <pc:sldMkLst>
          <pc:docMk/>
          <pc:sldMk cId="2623640869" sldId="326"/>
        </pc:sldMkLst>
        <pc:spChg chg="mod">
          <ac:chgData name="Lösener, U.C. (Ulrich)" userId="7067505c-4e0d-4c2c-84f8-5a3ff76d7a4a" providerId="ADAL" clId="{FC9D629A-5BC2-4F69-B8EF-146132773AD6}" dt="2026-05-10T14:25:03.623" v="2844"/>
          <ac:spMkLst>
            <pc:docMk/>
            <pc:sldMk cId="2623640869" sldId="326"/>
            <ac:spMk id="2" creationId="{DAD9F09E-8B31-2723-2639-31B147450735}"/>
          </ac:spMkLst>
        </pc:spChg>
        <pc:spChg chg="del">
          <ac:chgData name="Lösener, U.C. (Ulrich)" userId="7067505c-4e0d-4c2c-84f8-5a3ff76d7a4a" providerId="ADAL" clId="{FC9D629A-5BC2-4F69-B8EF-146132773AD6}" dt="2026-05-10T14:26:38.194" v="2860" actId="478"/>
          <ac:spMkLst>
            <pc:docMk/>
            <pc:sldMk cId="2623640869" sldId="326"/>
            <ac:spMk id="4" creationId="{12BCC9AF-16D3-86AE-EFE6-1C5179BA5F4B}"/>
          </ac:spMkLst>
        </pc:spChg>
        <pc:spChg chg="del mod">
          <ac:chgData name="Lösener, U.C. (Ulrich)" userId="7067505c-4e0d-4c2c-84f8-5a3ff76d7a4a" providerId="ADAL" clId="{FC9D629A-5BC2-4F69-B8EF-146132773AD6}" dt="2026-05-10T14:26:38.194" v="2860" actId="478"/>
          <ac:spMkLst>
            <pc:docMk/>
            <pc:sldMk cId="2623640869" sldId="326"/>
            <ac:spMk id="5" creationId="{9DDF5E2E-CE22-C7A5-DD84-0D01169DF171}"/>
          </ac:spMkLst>
        </pc:spChg>
        <pc:spChg chg="del mod">
          <ac:chgData name="Lösener, U.C. (Ulrich)" userId="7067505c-4e0d-4c2c-84f8-5a3ff76d7a4a" providerId="ADAL" clId="{FC9D629A-5BC2-4F69-B8EF-146132773AD6}" dt="2026-05-10T14:26:38.194" v="2860" actId="478"/>
          <ac:spMkLst>
            <pc:docMk/>
            <pc:sldMk cId="2623640869" sldId="326"/>
            <ac:spMk id="6" creationId="{735466EF-8737-AF99-4E0E-460E305A3061}"/>
          </ac:spMkLst>
        </pc:spChg>
        <pc:spChg chg="del mod">
          <ac:chgData name="Lösener, U.C. (Ulrich)" userId="7067505c-4e0d-4c2c-84f8-5a3ff76d7a4a" providerId="ADAL" clId="{FC9D629A-5BC2-4F69-B8EF-146132773AD6}" dt="2026-05-10T14:26:38.194" v="2860" actId="478"/>
          <ac:spMkLst>
            <pc:docMk/>
            <pc:sldMk cId="2623640869" sldId="326"/>
            <ac:spMk id="7" creationId="{8BF4E90E-3C5C-EF0C-DF9C-9CF39C9F2446}"/>
          </ac:spMkLst>
        </pc:spChg>
        <pc:spChg chg="del mod ord">
          <ac:chgData name="Lösener, U.C. (Ulrich)" userId="7067505c-4e0d-4c2c-84f8-5a3ff76d7a4a" providerId="ADAL" clId="{FC9D629A-5BC2-4F69-B8EF-146132773AD6}" dt="2026-05-10T21:14:19.657" v="3871" actId="478"/>
          <ac:spMkLst>
            <pc:docMk/>
            <pc:sldMk cId="2623640869" sldId="326"/>
            <ac:spMk id="8" creationId="{D437525A-4516-DC3B-B7C1-32A709027FD5}"/>
          </ac:spMkLst>
        </pc:spChg>
        <pc:spChg chg="del mod">
          <ac:chgData name="Lösener, U.C. (Ulrich)" userId="7067505c-4e0d-4c2c-84f8-5a3ff76d7a4a" providerId="ADAL" clId="{FC9D629A-5BC2-4F69-B8EF-146132773AD6}" dt="2026-05-10T21:14:09.283" v="3867" actId="478"/>
          <ac:spMkLst>
            <pc:docMk/>
            <pc:sldMk cId="2623640869" sldId="326"/>
            <ac:spMk id="9" creationId="{C432C94D-5C5D-04BB-8AC3-0045AA175936}"/>
          </ac:spMkLst>
        </pc:spChg>
        <pc:spChg chg="add mod">
          <ac:chgData name="Lösener, U.C. (Ulrich)" userId="7067505c-4e0d-4c2c-84f8-5a3ff76d7a4a" providerId="ADAL" clId="{FC9D629A-5BC2-4F69-B8EF-146132773AD6}" dt="2026-05-10T14:28:18.671" v="2864" actId="208"/>
          <ac:spMkLst>
            <pc:docMk/>
            <pc:sldMk cId="2623640869" sldId="326"/>
            <ac:spMk id="13" creationId="{892A01CB-FF07-E3AA-D425-5FBE621007C6}"/>
          </ac:spMkLst>
        </pc:spChg>
        <pc:spChg chg="add del mod">
          <ac:chgData name="Lösener, U.C. (Ulrich)" userId="7067505c-4e0d-4c2c-84f8-5a3ff76d7a4a" providerId="ADAL" clId="{FC9D629A-5BC2-4F69-B8EF-146132773AD6}" dt="2026-05-10T21:14:17.116" v="3870" actId="478"/>
          <ac:spMkLst>
            <pc:docMk/>
            <pc:sldMk cId="2623640869" sldId="326"/>
            <ac:spMk id="15" creationId="{003485F3-CC23-63ED-36D3-067FAF42C34C}"/>
          </ac:spMkLst>
        </pc:spChg>
        <pc:spChg chg="add del mod">
          <ac:chgData name="Lösener, U.C. (Ulrich)" userId="7067505c-4e0d-4c2c-84f8-5a3ff76d7a4a" providerId="ADAL" clId="{FC9D629A-5BC2-4F69-B8EF-146132773AD6}" dt="2026-05-10T21:14:17.116" v="3870" actId="478"/>
          <ac:spMkLst>
            <pc:docMk/>
            <pc:sldMk cId="2623640869" sldId="326"/>
            <ac:spMk id="16" creationId="{7A309342-529D-F69C-B8F8-1EB353FAEBEF}"/>
          </ac:spMkLst>
        </pc:spChg>
        <pc:spChg chg="mod">
          <ac:chgData name="Lösener, U.C. (Ulrich)" userId="7067505c-4e0d-4c2c-84f8-5a3ff76d7a4a" providerId="ADAL" clId="{FC9D629A-5BC2-4F69-B8EF-146132773AD6}" dt="2026-05-10T14:30:31.367" v="2899" actId="20577"/>
          <ac:spMkLst>
            <pc:docMk/>
            <pc:sldMk cId="2623640869" sldId="326"/>
            <ac:spMk id="22" creationId="{08A925C1-E92B-88F2-702B-554E37BF03E7}"/>
          </ac:spMkLst>
        </pc:spChg>
        <pc:picChg chg="del">
          <ac:chgData name="Lösener, U.C. (Ulrich)" userId="7067505c-4e0d-4c2c-84f8-5a3ff76d7a4a" providerId="ADAL" clId="{FC9D629A-5BC2-4F69-B8EF-146132773AD6}" dt="2026-05-10T14:25:15.346" v="2846" actId="478"/>
          <ac:picMkLst>
            <pc:docMk/>
            <pc:sldMk cId="2623640869" sldId="326"/>
            <ac:picMk id="3" creationId="{12EE0C6A-AC52-A211-7675-6DC4D8C3FE8F}"/>
          </ac:picMkLst>
        </pc:picChg>
        <pc:picChg chg="del">
          <ac:chgData name="Lösener, U.C. (Ulrich)" userId="7067505c-4e0d-4c2c-84f8-5a3ff76d7a4a" providerId="ADAL" clId="{FC9D629A-5BC2-4F69-B8EF-146132773AD6}" dt="2026-05-10T21:14:10.512" v="3868" actId="478"/>
          <ac:picMkLst>
            <pc:docMk/>
            <pc:sldMk cId="2623640869" sldId="326"/>
            <ac:picMk id="10" creationId="{128C4250-A6E4-F489-F4CA-0CB384ACD522}"/>
          </ac:picMkLst>
        </pc:picChg>
        <pc:picChg chg="add del mod ord">
          <ac:chgData name="Lösener, U.C. (Ulrich)" userId="7067505c-4e0d-4c2c-84f8-5a3ff76d7a4a" providerId="ADAL" clId="{FC9D629A-5BC2-4F69-B8EF-146132773AD6}" dt="2026-05-10T21:14:17.116" v="3870" actId="478"/>
          <ac:picMkLst>
            <pc:docMk/>
            <pc:sldMk cId="2623640869" sldId="326"/>
            <ac:picMk id="11" creationId="{E89CF659-6856-D653-19B6-9C4C8DAAB425}"/>
          </ac:picMkLst>
        </pc:picChg>
        <pc:picChg chg="del">
          <ac:chgData name="Lösener, U.C. (Ulrich)" userId="7067505c-4e0d-4c2c-84f8-5a3ff76d7a4a" providerId="ADAL" clId="{FC9D629A-5BC2-4F69-B8EF-146132773AD6}" dt="2026-05-10T14:29:59.708" v="2891" actId="478"/>
          <ac:picMkLst>
            <pc:docMk/>
            <pc:sldMk cId="2623640869" sldId="326"/>
            <ac:picMk id="12" creationId="{E4644ED6-4AF0-9571-23EA-DEAF77BB8D0F}"/>
          </ac:picMkLst>
        </pc:picChg>
        <pc:picChg chg="del">
          <ac:chgData name="Lösener, U.C. (Ulrich)" userId="7067505c-4e0d-4c2c-84f8-5a3ff76d7a4a" providerId="ADAL" clId="{FC9D629A-5BC2-4F69-B8EF-146132773AD6}" dt="2026-05-10T14:29:59.708" v="2891" actId="478"/>
          <ac:picMkLst>
            <pc:docMk/>
            <pc:sldMk cId="2623640869" sldId="326"/>
            <ac:picMk id="14" creationId="{3BE105D9-9851-ECC7-059F-35C7EF983251}"/>
          </ac:picMkLst>
        </pc:picChg>
        <pc:picChg chg="add del mod">
          <ac:chgData name="Lösener, U.C. (Ulrich)" userId="7067505c-4e0d-4c2c-84f8-5a3ff76d7a4a" providerId="ADAL" clId="{FC9D629A-5BC2-4F69-B8EF-146132773AD6}" dt="2026-05-10T21:14:17.116" v="3870" actId="478"/>
          <ac:picMkLst>
            <pc:docMk/>
            <pc:sldMk cId="2623640869" sldId="326"/>
            <ac:picMk id="18" creationId="{DFD5AC2F-865C-3A77-C5BF-00CB9951472C}"/>
          </ac:picMkLst>
        </pc:picChg>
      </pc:sldChg>
      <pc:sldChg chg="addSp delSp modSp add mod modAnim">
        <pc:chgData name="Lösener, U.C. (Ulrich)" userId="7067505c-4e0d-4c2c-84f8-5a3ff76d7a4a" providerId="ADAL" clId="{FC9D629A-5BC2-4F69-B8EF-146132773AD6}" dt="2026-05-10T21:24:17.463" v="3935"/>
        <pc:sldMkLst>
          <pc:docMk/>
          <pc:sldMk cId="2102223773" sldId="327"/>
        </pc:sldMkLst>
        <pc:spChg chg="mod">
          <ac:chgData name="Lösener, U.C. (Ulrich)" userId="7067505c-4e0d-4c2c-84f8-5a3ff76d7a4a" providerId="ADAL" clId="{FC9D629A-5BC2-4F69-B8EF-146132773AD6}" dt="2026-05-10T14:31:24.852" v="2910" actId="1076"/>
          <ac:spMkLst>
            <pc:docMk/>
            <pc:sldMk cId="2102223773" sldId="327"/>
            <ac:spMk id="4" creationId="{0AC9636F-77A5-7441-8CF1-B37C6151594D}"/>
          </ac:spMkLst>
        </pc:spChg>
        <pc:spChg chg="mod">
          <ac:chgData name="Lösener, U.C. (Ulrich)" userId="7067505c-4e0d-4c2c-84f8-5a3ff76d7a4a" providerId="ADAL" clId="{FC9D629A-5BC2-4F69-B8EF-146132773AD6}" dt="2026-05-10T14:31:24.852" v="2910" actId="1076"/>
          <ac:spMkLst>
            <pc:docMk/>
            <pc:sldMk cId="2102223773" sldId="327"/>
            <ac:spMk id="5" creationId="{FEE9326C-9B22-0C97-B180-74F5D6AB6258}"/>
          </ac:spMkLst>
        </pc:spChg>
        <pc:spChg chg="mod">
          <ac:chgData name="Lösener, U.C. (Ulrich)" userId="7067505c-4e0d-4c2c-84f8-5a3ff76d7a4a" providerId="ADAL" clId="{FC9D629A-5BC2-4F69-B8EF-146132773AD6}" dt="2026-05-10T14:31:13.182" v="2908" actId="1076"/>
          <ac:spMkLst>
            <pc:docMk/>
            <pc:sldMk cId="2102223773" sldId="327"/>
            <ac:spMk id="6" creationId="{76548CCA-599C-8A45-32E6-06801CD81FAC}"/>
          </ac:spMkLst>
        </pc:spChg>
        <pc:spChg chg="mod">
          <ac:chgData name="Lösener, U.C. (Ulrich)" userId="7067505c-4e0d-4c2c-84f8-5a3ff76d7a4a" providerId="ADAL" clId="{FC9D629A-5BC2-4F69-B8EF-146132773AD6}" dt="2026-05-10T14:31:13.182" v="2908" actId="1076"/>
          <ac:spMkLst>
            <pc:docMk/>
            <pc:sldMk cId="2102223773" sldId="327"/>
            <ac:spMk id="7" creationId="{9FE4BB36-80BB-2712-24E8-253F9CFD655E}"/>
          </ac:spMkLst>
        </pc:spChg>
        <pc:spChg chg="add del mod">
          <ac:chgData name="Lösener, U.C. (Ulrich)" userId="7067505c-4e0d-4c2c-84f8-5a3ff76d7a4a" providerId="ADAL" clId="{FC9D629A-5BC2-4F69-B8EF-146132773AD6}" dt="2026-05-10T21:22:58.515" v="3934"/>
          <ac:spMkLst>
            <pc:docMk/>
            <pc:sldMk cId="2102223773" sldId="327"/>
            <ac:spMk id="13" creationId="{AED98E59-78E6-4D05-9117-D8ECA8806418}"/>
          </ac:spMkLst>
        </pc:spChg>
        <pc:spChg chg="add mod">
          <ac:chgData name="Lösener, U.C. (Ulrich)" userId="7067505c-4e0d-4c2c-84f8-5a3ff76d7a4a" providerId="ADAL" clId="{FC9D629A-5BC2-4F69-B8EF-146132773AD6}" dt="2026-05-10T21:22:32.987" v="3932" actId="14100"/>
          <ac:spMkLst>
            <pc:docMk/>
            <pc:sldMk cId="2102223773" sldId="327"/>
            <ac:spMk id="15" creationId="{BA8393C5-FE05-8363-54B1-0713C0FC5805}"/>
          </ac:spMkLst>
        </pc:spChg>
        <pc:spChg chg="mod">
          <ac:chgData name="Lösener, U.C. (Ulrich)" userId="7067505c-4e0d-4c2c-84f8-5a3ff76d7a4a" providerId="ADAL" clId="{FC9D629A-5BC2-4F69-B8EF-146132773AD6}" dt="2026-05-10T14:30:36.909" v="2907" actId="20577"/>
          <ac:spMkLst>
            <pc:docMk/>
            <pc:sldMk cId="2102223773" sldId="327"/>
            <ac:spMk id="22" creationId="{2C649AAC-15FD-99A0-94ED-748EAFD021B2}"/>
          </ac:spMkLst>
        </pc:spChg>
        <pc:picChg chg="add mod">
          <ac:chgData name="Lösener, U.C. (Ulrich)" userId="7067505c-4e0d-4c2c-84f8-5a3ff76d7a4a" providerId="ADAL" clId="{FC9D629A-5BC2-4F69-B8EF-146132773AD6}" dt="2026-05-10T14:34:06.454" v="2919" actId="1076"/>
          <ac:picMkLst>
            <pc:docMk/>
            <pc:sldMk cId="2102223773" sldId="327"/>
            <ac:picMk id="3" creationId="{0AAB8D00-AFD1-0707-290E-C19C7E6F9F67}"/>
          </ac:picMkLst>
        </pc:picChg>
      </pc:sldChg>
      <pc:sldChg chg="addSp delSp modSp add mod ord">
        <pc:chgData name="Lösener, U.C. (Ulrich)" userId="7067505c-4e0d-4c2c-84f8-5a3ff76d7a4a" providerId="ADAL" clId="{FC9D629A-5BC2-4F69-B8EF-146132773AD6}" dt="2026-05-10T21:25:02.876" v="3941" actId="20577"/>
        <pc:sldMkLst>
          <pc:docMk/>
          <pc:sldMk cId="1455761184" sldId="328"/>
        </pc:sldMkLst>
        <pc:spChg chg="mod">
          <ac:chgData name="Lösener, U.C. (Ulrich)" userId="7067505c-4e0d-4c2c-84f8-5a3ff76d7a4a" providerId="ADAL" clId="{FC9D629A-5BC2-4F69-B8EF-146132773AD6}" dt="2026-05-10T14:51:51.843" v="3219" actId="1076"/>
          <ac:spMkLst>
            <pc:docMk/>
            <pc:sldMk cId="1455761184" sldId="328"/>
            <ac:spMk id="3" creationId="{1B78F8AE-1D21-1DC6-38E0-5DBE1AA22049}"/>
          </ac:spMkLst>
        </pc:spChg>
        <pc:spChg chg="add mod">
          <ac:chgData name="Lösener, U.C. (Ulrich)" userId="7067505c-4e0d-4c2c-84f8-5a3ff76d7a4a" providerId="ADAL" clId="{FC9D629A-5BC2-4F69-B8EF-146132773AD6}" dt="2026-05-10T21:25:02.876" v="3941" actId="20577"/>
          <ac:spMkLst>
            <pc:docMk/>
            <pc:sldMk cId="1455761184" sldId="328"/>
            <ac:spMk id="4" creationId="{C48BC7FD-FDC4-3265-ED80-90096D5A1ED9}"/>
          </ac:spMkLst>
        </pc:spChg>
        <pc:spChg chg="add mod">
          <ac:chgData name="Lösener, U.C. (Ulrich)" userId="7067505c-4e0d-4c2c-84f8-5a3ff76d7a4a" providerId="ADAL" clId="{FC9D629A-5BC2-4F69-B8EF-146132773AD6}" dt="2026-05-10T14:54:36.584" v="3303" actId="1076"/>
          <ac:spMkLst>
            <pc:docMk/>
            <pc:sldMk cId="1455761184" sldId="328"/>
            <ac:spMk id="5" creationId="{509EA1D3-C0D7-EA4C-472F-E747B4EFF09E}"/>
          </ac:spMkLst>
        </pc:spChg>
        <pc:picChg chg="del">
          <ac:chgData name="Lösener, U.C. (Ulrich)" userId="7067505c-4e0d-4c2c-84f8-5a3ff76d7a4a" providerId="ADAL" clId="{FC9D629A-5BC2-4F69-B8EF-146132773AD6}" dt="2026-05-10T14:38:59.574" v="2953" actId="478"/>
          <ac:picMkLst>
            <pc:docMk/>
            <pc:sldMk cId="1455761184" sldId="328"/>
            <ac:picMk id="6" creationId="{49365B2A-2DE3-FD7F-3A67-CBEE9CAEFD8B}"/>
          </ac:picMkLst>
        </pc:picChg>
      </pc:sldChg>
      <pc:sldChg chg="addSp delSp modSp add mod">
        <pc:chgData name="Lösener, U.C. (Ulrich)" userId="7067505c-4e0d-4c2c-84f8-5a3ff76d7a4a" providerId="ADAL" clId="{FC9D629A-5BC2-4F69-B8EF-146132773AD6}" dt="2026-05-10T14:44:01.279" v="2960" actId="478"/>
        <pc:sldMkLst>
          <pc:docMk/>
          <pc:sldMk cId="1703496101" sldId="329"/>
        </pc:sldMkLst>
        <pc:spChg chg="del">
          <ac:chgData name="Lösener, U.C. (Ulrich)" userId="7067505c-4e0d-4c2c-84f8-5a3ff76d7a4a" providerId="ADAL" clId="{FC9D629A-5BC2-4F69-B8EF-146132773AD6}" dt="2026-05-10T14:43:55.650" v="2959" actId="478"/>
          <ac:spMkLst>
            <pc:docMk/>
            <pc:sldMk cId="1703496101" sldId="329"/>
            <ac:spMk id="3" creationId="{6AAD1EC0-AE1B-CEA8-9E75-A02635FCF131}"/>
          </ac:spMkLst>
        </pc:spChg>
        <pc:spChg chg="add del mod">
          <ac:chgData name="Lösener, U.C. (Ulrich)" userId="7067505c-4e0d-4c2c-84f8-5a3ff76d7a4a" providerId="ADAL" clId="{FC9D629A-5BC2-4F69-B8EF-146132773AD6}" dt="2026-05-10T14:44:01.279" v="2960" actId="478"/>
          <ac:spMkLst>
            <pc:docMk/>
            <pc:sldMk cId="1703496101" sldId="329"/>
            <ac:spMk id="12" creationId="{C09EFD1A-B3D4-BB47-48C0-AC7B974489F8}"/>
          </ac:spMkLst>
        </pc:spChg>
        <pc:spChg chg="del">
          <ac:chgData name="Lösener, U.C. (Ulrich)" userId="7067505c-4e0d-4c2c-84f8-5a3ff76d7a4a" providerId="ADAL" clId="{FC9D629A-5BC2-4F69-B8EF-146132773AD6}" dt="2026-05-10T14:43:41.462" v="2955" actId="478"/>
          <ac:spMkLst>
            <pc:docMk/>
            <pc:sldMk cId="1703496101" sldId="329"/>
            <ac:spMk id="60" creationId="{59A0F329-513A-9DDC-431E-5AB2D8B12B3A}"/>
          </ac:spMkLst>
        </pc:spChg>
        <pc:picChg chg="del">
          <ac:chgData name="Lösener, U.C. (Ulrich)" userId="7067505c-4e0d-4c2c-84f8-5a3ff76d7a4a" providerId="ADAL" clId="{FC9D629A-5BC2-4F69-B8EF-146132773AD6}" dt="2026-05-10T14:43:43.982" v="2956" actId="478"/>
          <ac:picMkLst>
            <pc:docMk/>
            <pc:sldMk cId="1703496101" sldId="329"/>
            <ac:picMk id="5" creationId="{6469845C-94D7-D149-5DC2-E7424390CEB1}"/>
          </ac:picMkLst>
        </pc:picChg>
        <pc:picChg chg="del">
          <ac:chgData name="Lösener, U.C. (Ulrich)" userId="7067505c-4e0d-4c2c-84f8-5a3ff76d7a4a" providerId="ADAL" clId="{FC9D629A-5BC2-4F69-B8EF-146132773AD6}" dt="2026-05-10T14:43:43.982" v="2956" actId="478"/>
          <ac:picMkLst>
            <pc:docMk/>
            <pc:sldMk cId="1703496101" sldId="329"/>
            <ac:picMk id="6" creationId="{F802F76A-25AF-149F-EE28-6A3D566CCBE7}"/>
          </ac:picMkLst>
        </pc:picChg>
        <pc:picChg chg="del">
          <ac:chgData name="Lösener, U.C. (Ulrich)" userId="7067505c-4e0d-4c2c-84f8-5a3ff76d7a4a" providerId="ADAL" clId="{FC9D629A-5BC2-4F69-B8EF-146132773AD6}" dt="2026-05-10T14:43:43.982" v="2956" actId="478"/>
          <ac:picMkLst>
            <pc:docMk/>
            <pc:sldMk cId="1703496101" sldId="329"/>
            <ac:picMk id="7" creationId="{EFE99A16-2009-3093-D05D-A100FBDEB600}"/>
          </ac:picMkLst>
        </pc:picChg>
        <pc:picChg chg="del">
          <ac:chgData name="Lösener, U.C. (Ulrich)" userId="7067505c-4e0d-4c2c-84f8-5a3ff76d7a4a" providerId="ADAL" clId="{FC9D629A-5BC2-4F69-B8EF-146132773AD6}" dt="2026-05-10T14:43:43.982" v="2956" actId="478"/>
          <ac:picMkLst>
            <pc:docMk/>
            <pc:sldMk cId="1703496101" sldId="329"/>
            <ac:picMk id="8" creationId="{6CACCF9C-B562-80E6-3C6B-A3D3FDED5273}"/>
          </ac:picMkLst>
        </pc:picChg>
        <pc:picChg chg="add mod">
          <ac:chgData name="Lösener, U.C. (Ulrich)" userId="7067505c-4e0d-4c2c-84f8-5a3ff76d7a4a" providerId="ADAL" clId="{FC9D629A-5BC2-4F69-B8EF-146132773AD6}" dt="2026-05-10T14:43:52.195" v="2958" actId="1076"/>
          <ac:picMkLst>
            <pc:docMk/>
            <pc:sldMk cId="1703496101" sldId="329"/>
            <ac:picMk id="10" creationId="{57C76D54-0AF3-A7E8-2715-FA550B61648C}"/>
          </ac:picMkLst>
        </pc:picChg>
      </pc:sldChg>
      <pc:sldChg chg="addSp delSp modSp add mod">
        <pc:chgData name="Lösener, U.C. (Ulrich)" userId="7067505c-4e0d-4c2c-84f8-5a3ff76d7a4a" providerId="ADAL" clId="{FC9D629A-5BC2-4F69-B8EF-146132773AD6}" dt="2026-05-10T14:45:00.166" v="2966" actId="1076"/>
        <pc:sldMkLst>
          <pc:docMk/>
          <pc:sldMk cId="2433897579" sldId="330"/>
        </pc:sldMkLst>
        <pc:picChg chg="add mod">
          <ac:chgData name="Lösener, U.C. (Ulrich)" userId="7067505c-4e0d-4c2c-84f8-5a3ff76d7a4a" providerId="ADAL" clId="{FC9D629A-5BC2-4F69-B8EF-146132773AD6}" dt="2026-05-10T14:45:00.166" v="2966" actId="1076"/>
          <ac:picMkLst>
            <pc:docMk/>
            <pc:sldMk cId="2433897579" sldId="330"/>
            <ac:picMk id="4" creationId="{373B0A30-F2B4-18DE-C6AE-84FDA0E03D22}"/>
          </ac:picMkLst>
        </pc:picChg>
        <pc:picChg chg="del">
          <ac:chgData name="Lösener, U.C. (Ulrich)" userId="7067505c-4e0d-4c2c-84f8-5a3ff76d7a4a" providerId="ADAL" clId="{FC9D629A-5BC2-4F69-B8EF-146132773AD6}" dt="2026-05-10T14:44:55.227" v="2965" actId="478"/>
          <ac:picMkLst>
            <pc:docMk/>
            <pc:sldMk cId="2433897579" sldId="330"/>
            <ac:picMk id="9" creationId="{C45D8E3A-849C-F332-E0B2-E0D120C6709F}"/>
          </ac:picMkLst>
        </pc:picChg>
        <pc:picChg chg="del">
          <ac:chgData name="Lösener, U.C. (Ulrich)" userId="7067505c-4e0d-4c2c-84f8-5a3ff76d7a4a" providerId="ADAL" clId="{FC9D629A-5BC2-4F69-B8EF-146132773AD6}" dt="2026-05-10T14:44:47.501" v="2962" actId="478"/>
          <ac:picMkLst>
            <pc:docMk/>
            <pc:sldMk cId="2433897579" sldId="330"/>
            <ac:picMk id="10" creationId="{6D373BC9-B1FE-4245-56C2-D112425D3B91}"/>
          </ac:picMkLst>
        </pc:picChg>
      </pc:sldChg>
      <pc:sldChg chg="addSp delSp modSp add mod">
        <pc:chgData name="Lösener, U.C. (Ulrich)" userId="7067505c-4e0d-4c2c-84f8-5a3ff76d7a4a" providerId="ADAL" clId="{FC9D629A-5BC2-4F69-B8EF-146132773AD6}" dt="2026-05-10T21:25:30.222" v="3947" actId="20577"/>
        <pc:sldMkLst>
          <pc:docMk/>
          <pc:sldMk cId="828615822" sldId="331"/>
        </pc:sldMkLst>
        <pc:spChg chg="del mod">
          <ac:chgData name="Lösener, U.C. (Ulrich)" userId="7067505c-4e0d-4c2c-84f8-5a3ff76d7a4a" providerId="ADAL" clId="{FC9D629A-5BC2-4F69-B8EF-146132773AD6}" dt="2026-05-10T14:54:26.190" v="3300" actId="21"/>
          <ac:spMkLst>
            <pc:docMk/>
            <pc:sldMk cId="828615822" sldId="331"/>
            <ac:spMk id="4" creationId="{509EA1D3-C0D7-EA4C-472F-E747B4EFF09E}"/>
          </ac:spMkLst>
        </pc:spChg>
        <pc:spChg chg="add mod">
          <ac:chgData name="Lösener, U.C. (Ulrich)" userId="7067505c-4e0d-4c2c-84f8-5a3ff76d7a4a" providerId="ADAL" clId="{FC9D629A-5BC2-4F69-B8EF-146132773AD6}" dt="2026-05-10T21:25:30.222" v="3947" actId="20577"/>
          <ac:spMkLst>
            <pc:docMk/>
            <pc:sldMk cId="828615822" sldId="331"/>
            <ac:spMk id="5" creationId="{18584A9B-C6E8-20F7-EB88-B85EF59E896B}"/>
          </ac:spMkLst>
        </pc:spChg>
      </pc:sldChg>
      <pc:sldChg chg="add del">
        <pc:chgData name="Lösener, U.C. (Ulrich)" userId="7067505c-4e0d-4c2c-84f8-5a3ff76d7a4a" providerId="ADAL" clId="{FC9D629A-5BC2-4F69-B8EF-146132773AD6}" dt="2026-05-10T21:26:10.460" v="3948" actId="2696"/>
        <pc:sldMkLst>
          <pc:docMk/>
          <pc:sldMk cId="3800341483" sldId="332"/>
        </pc:sldMkLst>
      </pc:sldChg>
      <pc:sldChg chg="modSp add mod">
        <pc:chgData name="Lösener, U.C. (Ulrich)" userId="7067505c-4e0d-4c2c-84f8-5a3ff76d7a4a" providerId="ADAL" clId="{FC9D629A-5BC2-4F69-B8EF-146132773AD6}" dt="2026-05-10T14:57:20.460" v="3329" actId="207"/>
        <pc:sldMkLst>
          <pc:docMk/>
          <pc:sldMk cId="1383196286" sldId="333"/>
        </pc:sldMkLst>
        <pc:spChg chg="mod">
          <ac:chgData name="Lösener, U.C. (Ulrich)" userId="7067505c-4e0d-4c2c-84f8-5a3ff76d7a4a" providerId="ADAL" clId="{FC9D629A-5BC2-4F69-B8EF-146132773AD6}" dt="2026-05-10T14:57:16.382" v="3328" actId="207"/>
          <ac:spMkLst>
            <pc:docMk/>
            <pc:sldMk cId="1383196286" sldId="333"/>
            <ac:spMk id="5" creationId="{00FD84D8-D448-C4BA-A3FD-5EF08F79CBD2}"/>
          </ac:spMkLst>
        </pc:spChg>
        <pc:spChg chg="mod">
          <ac:chgData name="Lösener, U.C. (Ulrich)" userId="7067505c-4e0d-4c2c-84f8-5a3ff76d7a4a" providerId="ADAL" clId="{FC9D629A-5BC2-4F69-B8EF-146132773AD6}" dt="2026-05-10T14:57:20.460" v="3329" actId="207"/>
          <ac:spMkLst>
            <pc:docMk/>
            <pc:sldMk cId="1383196286" sldId="333"/>
            <ac:spMk id="12" creationId="{410EFE6D-C35E-14AE-9B9E-E7C12CC8C56D}"/>
          </ac:spMkLst>
        </pc:spChg>
      </pc:sldChg>
      <pc:sldChg chg="new del">
        <pc:chgData name="Lösener, U.C. (Ulrich)" userId="7067505c-4e0d-4c2c-84f8-5a3ff76d7a4a" providerId="ADAL" clId="{FC9D629A-5BC2-4F69-B8EF-146132773AD6}" dt="2026-05-10T14:57:08.614" v="3326" actId="2696"/>
        <pc:sldMkLst>
          <pc:docMk/>
          <pc:sldMk cId="1669455702" sldId="333"/>
        </pc:sldMkLst>
      </pc:sldChg>
      <pc:sldChg chg="addSp delSp modSp add mod">
        <pc:chgData name="Lösener, U.C. (Ulrich)" userId="7067505c-4e0d-4c2c-84f8-5a3ff76d7a4a" providerId="ADAL" clId="{FC9D629A-5BC2-4F69-B8EF-146132773AD6}" dt="2026-05-10T20:41:45.723" v="3673" actId="1076"/>
        <pc:sldMkLst>
          <pc:docMk/>
          <pc:sldMk cId="486630227" sldId="334"/>
        </pc:sldMkLst>
        <pc:spChg chg="mod">
          <ac:chgData name="Lösener, U.C. (Ulrich)" userId="7067505c-4e0d-4c2c-84f8-5a3ff76d7a4a" providerId="ADAL" clId="{FC9D629A-5BC2-4F69-B8EF-146132773AD6}" dt="2026-05-10T15:01:25.853" v="3385" actId="20577"/>
          <ac:spMkLst>
            <pc:docMk/>
            <pc:sldMk cId="486630227" sldId="334"/>
            <ac:spMk id="3" creationId="{C02EC8CF-598A-D5B2-8D7C-CA42246B0FBB}"/>
          </ac:spMkLst>
        </pc:spChg>
        <pc:spChg chg="add mod">
          <ac:chgData name="Lösener, U.C. (Ulrich)" userId="7067505c-4e0d-4c2c-84f8-5a3ff76d7a4a" providerId="ADAL" clId="{FC9D629A-5BC2-4F69-B8EF-146132773AD6}" dt="2026-05-10T20:41:45.723" v="3673" actId="1076"/>
          <ac:spMkLst>
            <pc:docMk/>
            <pc:sldMk cId="486630227" sldId="334"/>
            <ac:spMk id="4" creationId="{1D7A77F8-0D6B-A236-E89F-3669D33C7971}"/>
          </ac:spMkLst>
        </pc:spChg>
        <pc:spChg chg="del mod">
          <ac:chgData name="Lösener, U.C. (Ulrich)" userId="7067505c-4e0d-4c2c-84f8-5a3ff76d7a4a" providerId="ADAL" clId="{FC9D629A-5BC2-4F69-B8EF-146132773AD6}" dt="2026-05-10T15:01:16.022" v="3344" actId="478"/>
          <ac:spMkLst>
            <pc:docMk/>
            <pc:sldMk cId="486630227" sldId="334"/>
            <ac:spMk id="5" creationId="{A891B204-1127-E4B8-DB96-5E91AF93A36D}"/>
          </ac:spMkLst>
        </pc:spChg>
        <pc:spChg chg="add mod">
          <ac:chgData name="Lösener, U.C. (Ulrich)" userId="7067505c-4e0d-4c2c-84f8-5a3ff76d7a4a" providerId="ADAL" clId="{FC9D629A-5BC2-4F69-B8EF-146132773AD6}" dt="2026-05-10T15:06:24.298" v="3439" actId="20577"/>
          <ac:spMkLst>
            <pc:docMk/>
            <pc:sldMk cId="486630227" sldId="334"/>
            <ac:spMk id="7" creationId="{CE48E939-24D8-4246-E83A-0103D0ED4E6C}"/>
          </ac:spMkLst>
        </pc:spChg>
        <pc:spChg chg="add mod">
          <ac:chgData name="Lösener, U.C. (Ulrich)" userId="7067505c-4e0d-4c2c-84f8-5a3ff76d7a4a" providerId="ADAL" clId="{FC9D629A-5BC2-4F69-B8EF-146132773AD6}" dt="2026-05-10T15:06:26.574" v="3440" actId="20577"/>
          <ac:spMkLst>
            <pc:docMk/>
            <pc:sldMk cId="486630227" sldId="334"/>
            <ac:spMk id="8" creationId="{A7762121-6BC4-9B5A-902E-0A198EA5B864}"/>
          </ac:spMkLst>
        </pc:spChg>
        <pc:spChg chg="add mod">
          <ac:chgData name="Lösener, U.C. (Ulrich)" userId="7067505c-4e0d-4c2c-84f8-5a3ff76d7a4a" providerId="ADAL" clId="{FC9D629A-5BC2-4F69-B8EF-146132773AD6}" dt="2026-05-10T15:06:45.208" v="3453" actId="20577"/>
          <ac:spMkLst>
            <pc:docMk/>
            <pc:sldMk cId="486630227" sldId="334"/>
            <ac:spMk id="9" creationId="{43E0CA25-8F2F-CFBE-6A00-D664797A4CB9}"/>
          </ac:spMkLst>
        </pc:spChg>
        <pc:picChg chg="add mod">
          <ac:chgData name="Lösener, U.C. (Ulrich)" userId="7067505c-4e0d-4c2c-84f8-5a3ff76d7a4a" providerId="ADAL" clId="{FC9D629A-5BC2-4F69-B8EF-146132773AD6}" dt="2026-05-10T15:05:51.538" v="3413" actId="1076"/>
          <ac:picMkLst>
            <pc:docMk/>
            <pc:sldMk cId="486630227" sldId="334"/>
            <ac:picMk id="6" creationId="{4FE9C76E-48F8-FFBA-15BE-8CCD91B91D71}"/>
          </ac:picMkLst>
        </pc:picChg>
      </pc:sldChg>
      <pc:sldChg chg="addSp delSp modSp add mod">
        <pc:chgData name="Lösener, U.C. (Ulrich)" userId="7067505c-4e0d-4c2c-84f8-5a3ff76d7a4a" providerId="ADAL" clId="{FC9D629A-5BC2-4F69-B8EF-146132773AD6}" dt="2026-05-10T15:13:47.998" v="3535" actId="478"/>
        <pc:sldMkLst>
          <pc:docMk/>
          <pc:sldMk cId="3611660676" sldId="335"/>
        </pc:sldMkLst>
        <pc:spChg chg="del">
          <ac:chgData name="Lösener, U.C. (Ulrich)" userId="7067505c-4e0d-4c2c-84f8-5a3ff76d7a4a" providerId="ADAL" clId="{FC9D629A-5BC2-4F69-B8EF-146132773AD6}" dt="2026-05-10T15:13:45.714" v="3534" actId="478"/>
          <ac:spMkLst>
            <pc:docMk/>
            <pc:sldMk cId="3611660676" sldId="335"/>
            <ac:spMk id="3" creationId="{80D21790-425E-430C-6689-0CD4748E7F4C}"/>
          </ac:spMkLst>
        </pc:spChg>
        <pc:spChg chg="add del mod">
          <ac:chgData name="Lösener, U.C. (Ulrich)" userId="7067505c-4e0d-4c2c-84f8-5a3ff76d7a4a" providerId="ADAL" clId="{FC9D629A-5BC2-4F69-B8EF-146132773AD6}" dt="2026-05-10T15:13:47.998" v="3535" actId="478"/>
          <ac:spMkLst>
            <pc:docMk/>
            <pc:sldMk cId="3611660676" sldId="335"/>
            <ac:spMk id="5" creationId="{17B92673-455A-9238-C0A1-37563797AE7C}"/>
          </ac:spMkLst>
        </pc:spChg>
      </pc:sldChg>
      <pc:sldChg chg="delSp modSp add mod delAnim">
        <pc:chgData name="Lösener, U.C. (Ulrich)" userId="7067505c-4e0d-4c2c-84f8-5a3ff76d7a4a" providerId="ADAL" clId="{FC9D629A-5BC2-4F69-B8EF-146132773AD6}" dt="2026-05-11T10:04:08.928" v="3950" actId="20577"/>
        <pc:sldMkLst>
          <pc:docMk/>
          <pc:sldMk cId="4020231725" sldId="336"/>
        </pc:sldMkLst>
        <pc:spChg chg="mod">
          <ac:chgData name="Lösener, U.C. (Ulrich)" userId="7067505c-4e0d-4c2c-84f8-5a3ff76d7a4a" providerId="ADAL" clId="{FC9D629A-5BC2-4F69-B8EF-146132773AD6}" dt="2026-05-11T10:04:08.928" v="3950" actId="20577"/>
          <ac:spMkLst>
            <pc:docMk/>
            <pc:sldMk cId="4020231725" sldId="336"/>
            <ac:spMk id="3" creationId="{684203F3-25D3-8E07-F77A-7E0B71F7ABBD}"/>
          </ac:spMkLst>
        </pc:spChg>
        <pc:spChg chg="del">
          <ac:chgData name="Lösener, U.C. (Ulrich)" userId="7067505c-4e0d-4c2c-84f8-5a3ff76d7a4a" providerId="ADAL" clId="{FC9D629A-5BC2-4F69-B8EF-146132773AD6}" dt="2026-05-10T15:16:21.450" v="3604" actId="478"/>
          <ac:spMkLst>
            <pc:docMk/>
            <pc:sldMk cId="4020231725" sldId="336"/>
            <ac:spMk id="16" creationId="{28886831-DDCE-5C9B-0D75-ADAB934A2688}"/>
          </ac:spMkLst>
        </pc:spChg>
        <pc:spChg chg="del">
          <ac:chgData name="Lösener, U.C. (Ulrich)" userId="7067505c-4e0d-4c2c-84f8-5a3ff76d7a4a" providerId="ADAL" clId="{FC9D629A-5BC2-4F69-B8EF-146132773AD6}" dt="2026-05-10T15:16:19.421" v="3603" actId="478"/>
          <ac:spMkLst>
            <pc:docMk/>
            <pc:sldMk cId="4020231725" sldId="336"/>
            <ac:spMk id="18" creationId="{FD4D575C-E6F9-28AA-1C86-367B398BC415}"/>
          </ac:spMkLst>
        </pc:spChg>
        <pc:spChg chg="del">
          <ac:chgData name="Lösener, U.C. (Ulrich)" userId="7067505c-4e0d-4c2c-84f8-5a3ff76d7a4a" providerId="ADAL" clId="{FC9D629A-5BC2-4F69-B8EF-146132773AD6}" dt="2026-05-10T15:16:18.297" v="3602" actId="478"/>
          <ac:spMkLst>
            <pc:docMk/>
            <pc:sldMk cId="4020231725" sldId="336"/>
            <ac:spMk id="19" creationId="{2C1B2704-6FF3-AB6F-EA63-BA35150812F4}"/>
          </ac:spMkLst>
        </pc:spChg>
        <pc:spChg chg="del">
          <ac:chgData name="Lösener, U.C. (Ulrich)" userId="7067505c-4e0d-4c2c-84f8-5a3ff76d7a4a" providerId="ADAL" clId="{FC9D629A-5BC2-4F69-B8EF-146132773AD6}" dt="2026-05-10T15:15:52.919" v="3597" actId="478"/>
          <ac:spMkLst>
            <pc:docMk/>
            <pc:sldMk cId="4020231725" sldId="336"/>
            <ac:spMk id="29" creationId="{B5F825E9-8F2C-FD13-934C-CF2FCBB96656}"/>
          </ac:spMkLst>
        </pc:spChg>
        <pc:spChg chg="del">
          <ac:chgData name="Lösener, U.C. (Ulrich)" userId="7067505c-4e0d-4c2c-84f8-5a3ff76d7a4a" providerId="ADAL" clId="{FC9D629A-5BC2-4F69-B8EF-146132773AD6}" dt="2026-05-10T15:15:52.919" v="3597" actId="478"/>
          <ac:spMkLst>
            <pc:docMk/>
            <pc:sldMk cId="4020231725" sldId="336"/>
            <ac:spMk id="31" creationId="{5FBBA195-AF3E-1028-2268-2A2CC875439D}"/>
          </ac:spMkLst>
        </pc:spChg>
        <pc:spChg chg="del">
          <ac:chgData name="Lösener, U.C. (Ulrich)" userId="7067505c-4e0d-4c2c-84f8-5a3ff76d7a4a" providerId="ADAL" clId="{FC9D629A-5BC2-4F69-B8EF-146132773AD6}" dt="2026-05-10T15:15:52.919" v="3597" actId="478"/>
          <ac:spMkLst>
            <pc:docMk/>
            <pc:sldMk cId="4020231725" sldId="336"/>
            <ac:spMk id="32" creationId="{D4A092ED-7F46-B21C-F9F6-528BAA7C7287}"/>
          </ac:spMkLst>
        </pc:spChg>
        <pc:spChg chg="del">
          <ac:chgData name="Lösener, U.C. (Ulrich)" userId="7067505c-4e0d-4c2c-84f8-5a3ff76d7a4a" providerId="ADAL" clId="{FC9D629A-5BC2-4F69-B8EF-146132773AD6}" dt="2026-05-10T15:15:52.919" v="3597" actId="478"/>
          <ac:spMkLst>
            <pc:docMk/>
            <pc:sldMk cId="4020231725" sldId="336"/>
            <ac:spMk id="33" creationId="{4BA9813B-E1FE-A713-9D3D-8581ABA21720}"/>
          </ac:spMkLst>
        </pc:spChg>
        <pc:spChg chg="del">
          <ac:chgData name="Lösener, U.C. (Ulrich)" userId="7067505c-4e0d-4c2c-84f8-5a3ff76d7a4a" providerId="ADAL" clId="{FC9D629A-5BC2-4F69-B8EF-146132773AD6}" dt="2026-05-10T15:15:52.919" v="3597" actId="478"/>
          <ac:spMkLst>
            <pc:docMk/>
            <pc:sldMk cId="4020231725" sldId="336"/>
            <ac:spMk id="34" creationId="{EEE773C2-01A4-B2E8-1194-BE218F35E785}"/>
          </ac:spMkLst>
        </pc:spChg>
        <pc:spChg chg="mod ord">
          <ac:chgData name="Lösener, U.C. (Ulrich)" userId="7067505c-4e0d-4c2c-84f8-5a3ff76d7a4a" providerId="ADAL" clId="{FC9D629A-5BC2-4F69-B8EF-146132773AD6}" dt="2026-05-10T15:16:16.346" v="3601" actId="167"/>
          <ac:spMkLst>
            <pc:docMk/>
            <pc:sldMk cId="4020231725" sldId="336"/>
            <ac:spMk id="60" creationId="{648A7C4B-E349-1486-292B-CBCA2CF190A8}"/>
          </ac:spMkLst>
        </pc:spChg>
        <pc:picChg chg="del">
          <ac:chgData name="Lösener, U.C. (Ulrich)" userId="7067505c-4e0d-4c2c-84f8-5a3ff76d7a4a" providerId="ADAL" clId="{FC9D629A-5BC2-4F69-B8EF-146132773AD6}" dt="2026-05-10T15:16:27.157" v="3605" actId="478"/>
          <ac:picMkLst>
            <pc:docMk/>
            <pc:sldMk cId="4020231725" sldId="336"/>
            <ac:picMk id="6" creationId="{E7F9D273-36CD-8AC2-C347-4CA2E9FEC9DD}"/>
          </ac:picMkLst>
        </pc:picChg>
      </pc:sldChg>
      <pc:sldChg chg="modSp add mod modAnim">
        <pc:chgData name="Lösener, U.C. (Ulrich)" userId="7067505c-4e0d-4c2c-84f8-5a3ff76d7a4a" providerId="ADAL" clId="{FC9D629A-5BC2-4F69-B8EF-146132773AD6}" dt="2026-05-11T10:04:16.197" v="3952" actId="20577"/>
        <pc:sldMkLst>
          <pc:docMk/>
          <pc:sldMk cId="1259665209" sldId="337"/>
        </pc:sldMkLst>
        <pc:spChg chg="mod">
          <ac:chgData name="Lösener, U.C. (Ulrich)" userId="7067505c-4e0d-4c2c-84f8-5a3ff76d7a4a" providerId="ADAL" clId="{FC9D629A-5BC2-4F69-B8EF-146132773AD6}" dt="2026-05-11T10:04:16.197" v="3952" actId="20577"/>
          <ac:spMkLst>
            <pc:docMk/>
            <pc:sldMk cId="1259665209" sldId="337"/>
            <ac:spMk id="3" creationId="{41C8AAA6-A0FB-3FD9-B071-AAE7A9D6E06E}"/>
          </ac:spMkLst>
        </pc:spChg>
        <pc:spChg chg="ord">
          <ac:chgData name="Lösener, U.C. (Ulrich)" userId="7067505c-4e0d-4c2c-84f8-5a3ff76d7a4a" providerId="ADAL" clId="{FC9D629A-5BC2-4F69-B8EF-146132773AD6}" dt="2026-05-10T15:17:25.570" v="3614" actId="167"/>
          <ac:spMkLst>
            <pc:docMk/>
            <pc:sldMk cId="1259665209" sldId="337"/>
            <ac:spMk id="16" creationId="{5DA0C00D-2927-1408-6FB9-4FD211DC967E}"/>
          </ac:spMkLst>
        </pc:spChg>
        <pc:spChg chg="ord">
          <ac:chgData name="Lösener, U.C. (Ulrich)" userId="7067505c-4e0d-4c2c-84f8-5a3ff76d7a4a" providerId="ADAL" clId="{FC9D629A-5BC2-4F69-B8EF-146132773AD6}" dt="2026-05-10T15:17:25.570" v="3614" actId="167"/>
          <ac:spMkLst>
            <pc:docMk/>
            <pc:sldMk cId="1259665209" sldId="337"/>
            <ac:spMk id="18" creationId="{F4DF47F0-49D5-123C-FAE1-9747E9970F53}"/>
          </ac:spMkLst>
        </pc:spChg>
        <pc:spChg chg="mod ord">
          <ac:chgData name="Lösener, U.C. (Ulrich)" userId="7067505c-4e0d-4c2c-84f8-5a3ff76d7a4a" providerId="ADAL" clId="{FC9D629A-5BC2-4F69-B8EF-146132773AD6}" dt="2026-05-10T15:17:25.570" v="3614" actId="167"/>
          <ac:spMkLst>
            <pc:docMk/>
            <pc:sldMk cId="1259665209" sldId="337"/>
            <ac:spMk id="19" creationId="{0FB203F5-2A56-1397-1611-54B1892AA3AC}"/>
          </ac:spMkLst>
        </pc:spChg>
        <pc:spChg chg="ord">
          <ac:chgData name="Lösener, U.C. (Ulrich)" userId="7067505c-4e0d-4c2c-84f8-5a3ff76d7a4a" providerId="ADAL" clId="{FC9D629A-5BC2-4F69-B8EF-146132773AD6}" dt="2026-05-10T15:16:46.650" v="3606" actId="167"/>
          <ac:spMkLst>
            <pc:docMk/>
            <pc:sldMk cId="1259665209" sldId="337"/>
            <ac:spMk id="60" creationId="{B0629604-93C3-FEC1-142B-8048A953E07D}"/>
          </ac:spMkLst>
        </pc:spChg>
      </pc:sldChg>
      <pc:sldChg chg="delSp modSp add mod">
        <pc:chgData name="Lösener, U.C. (Ulrich)" userId="7067505c-4e0d-4c2c-84f8-5a3ff76d7a4a" providerId="ADAL" clId="{FC9D629A-5BC2-4F69-B8EF-146132773AD6}" dt="2026-05-10T21:07:27.100" v="3793" actId="478"/>
        <pc:sldMkLst>
          <pc:docMk/>
          <pc:sldMk cId="577446938" sldId="338"/>
        </pc:sldMkLst>
        <pc:spChg chg="mod">
          <ac:chgData name="Lösener, U.C. (Ulrich)" userId="7067505c-4e0d-4c2c-84f8-5a3ff76d7a4a" providerId="ADAL" clId="{FC9D629A-5BC2-4F69-B8EF-146132773AD6}" dt="2026-05-10T21:05:16.179" v="3790" actId="404"/>
          <ac:spMkLst>
            <pc:docMk/>
            <pc:sldMk cId="577446938" sldId="338"/>
            <ac:spMk id="3" creationId="{713CBDF5-DA19-E035-7060-63E0443A5106}"/>
          </ac:spMkLst>
        </pc:spChg>
        <pc:spChg chg="mod">
          <ac:chgData name="Lösener, U.C. (Ulrich)" userId="7067505c-4e0d-4c2c-84f8-5a3ff76d7a4a" providerId="ADAL" clId="{FC9D629A-5BC2-4F69-B8EF-146132773AD6}" dt="2026-05-10T21:07:25.088" v="3792" actId="20577"/>
          <ac:spMkLst>
            <pc:docMk/>
            <pc:sldMk cId="577446938" sldId="338"/>
            <ac:spMk id="4" creationId="{84F9C32E-C778-964F-AA3B-4D6ED878BB32}"/>
          </ac:spMkLst>
        </pc:spChg>
        <pc:picChg chg="del">
          <ac:chgData name="Lösener, U.C. (Ulrich)" userId="7067505c-4e0d-4c2c-84f8-5a3ff76d7a4a" providerId="ADAL" clId="{FC9D629A-5BC2-4F69-B8EF-146132773AD6}" dt="2026-05-10T21:07:27.100" v="3793" actId="478"/>
          <ac:picMkLst>
            <pc:docMk/>
            <pc:sldMk cId="577446938" sldId="338"/>
            <ac:picMk id="5" creationId="{A8CD9C34-F28D-0E9A-DD64-13FE59F51A1C}"/>
          </ac:picMkLst>
        </pc:picChg>
      </pc:sldChg>
      <pc:sldChg chg="addSp delSp modSp add mod">
        <pc:chgData name="Lösener, U.C. (Ulrich)" userId="7067505c-4e0d-4c2c-84f8-5a3ff76d7a4a" providerId="ADAL" clId="{FC9D629A-5BC2-4F69-B8EF-146132773AD6}" dt="2026-05-10T21:04:39.956" v="3753"/>
        <pc:sldMkLst>
          <pc:docMk/>
          <pc:sldMk cId="3535178757" sldId="339"/>
        </pc:sldMkLst>
        <pc:spChg chg="mod">
          <ac:chgData name="Lösener, U.C. (Ulrich)" userId="7067505c-4e0d-4c2c-84f8-5a3ff76d7a4a" providerId="ADAL" clId="{FC9D629A-5BC2-4F69-B8EF-146132773AD6}" dt="2026-05-10T21:03:56.870" v="3743" actId="20577"/>
          <ac:spMkLst>
            <pc:docMk/>
            <pc:sldMk cId="3535178757" sldId="339"/>
            <ac:spMk id="3" creationId="{5DDC62BF-611A-E06F-60BB-74ED2F586D51}"/>
          </ac:spMkLst>
        </pc:spChg>
        <pc:spChg chg="add del mod">
          <ac:chgData name="Lösener, U.C. (Ulrich)" userId="7067505c-4e0d-4c2c-84f8-5a3ff76d7a4a" providerId="ADAL" clId="{FC9D629A-5BC2-4F69-B8EF-146132773AD6}" dt="2026-05-10T21:04:03.507" v="3746"/>
          <ac:spMkLst>
            <pc:docMk/>
            <pc:sldMk cId="3535178757" sldId="339"/>
            <ac:spMk id="5" creationId="{DF2790A5-11FF-CD37-6F5C-3484D92AA714}"/>
          </ac:spMkLst>
        </pc:spChg>
        <pc:spChg chg="del">
          <ac:chgData name="Lösener, U.C. (Ulrich)" userId="7067505c-4e0d-4c2c-84f8-5a3ff76d7a4a" providerId="ADAL" clId="{FC9D629A-5BC2-4F69-B8EF-146132773AD6}" dt="2026-05-10T21:03:52.818" v="3731" actId="478"/>
          <ac:spMkLst>
            <pc:docMk/>
            <pc:sldMk cId="3535178757" sldId="339"/>
            <ac:spMk id="7" creationId="{23A50280-1578-C4ED-38D7-59BB7D0F09EC}"/>
          </ac:spMkLst>
        </pc:spChg>
        <pc:spChg chg="del">
          <ac:chgData name="Lösener, U.C. (Ulrich)" userId="7067505c-4e0d-4c2c-84f8-5a3ff76d7a4a" providerId="ADAL" clId="{FC9D629A-5BC2-4F69-B8EF-146132773AD6}" dt="2026-05-10T21:03:52.818" v="3731" actId="478"/>
          <ac:spMkLst>
            <pc:docMk/>
            <pc:sldMk cId="3535178757" sldId="339"/>
            <ac:spMk id="8" creationId="{FCE6EA17-1257-D2B0-E4EE-E8CC0A7D3E5F}"/>
          </ac:spMkLst>
        </pc:spChg>
        <pc:spChg chg="del">
          <ac:chgData name="Lösener, U.C. (Ulrich)" userId="7067505c-4e0d-4c2c-84f8-5a3ff76d7a4a" providerId="ADAL" clId="{FC9D629A-5BC2-4F69-B8EF-146132773AD6}" dt="2026-05-10T21:03:52.818" v="3731" actId="478"/>
          <ac:spMkLst>
            <pc:docMk/>
            <pc:sldMk cId="3535178757" sldId="339"/>
            <ac:spMk id="9" creationId="{0413A879-7CEB-423E-3C6F-F67E02A75F98}"/>
          </ac:spMkLst>
        </pc:spChg>
        <pc:spChg chg="add mod">
          <ac:chgData name="Lösener, U.C. (Ulrich)" userId="7067505c-4e0d-4c2c-84f8-5a3ff76d7a4a" providerId="ADAL" clId="{FC9D629A-5BC2-4F69-B8EF-146132773AD6}" dt="2026-05-10T21:04:39.956" v="3753"/>
          <ac:spMkLst>
            <pc:docMk/>
            <pc:sldMk cId="3535178757" sldId="339"/>
            <ac:spMk id="10" creationId="{FDCFD27F-8D51-6AEC-665E-CD73F43D7AEE}"/>
          </ac:spMkLst>
        </pc:spChg>
        <pc:picChg chg="del">
          <ac:chgData name="Lösener, U.C. (Ulrich)" userId="7067505c-4e0d-4c2c-84f8-5a3ff76d7a4a" providerId="ADAL" clId="{FC9D629A-5BC2-4F69-B8EF-146132773AD6}" dt="2026-05-10T21:03:49.101" v="3730" actId="478"/>
          <ac:picMkLst>
            <pc:docMk/>
            <pc:sldMk cId="3535178757" sldId="339"/>
            <ac:picMk id="6" creationId="{49ED734C-A64A-2488-0D16-40391CD45A1C}"/>
          </ac:picMkLst>
        </pc:picChg>
      </pc:sldChg>
      <pc:sldChg chg="modSp add mod">
        <pc:chgData name="Lösener, U.C. (Ulrich)" userId="7067505c-4e0d-4c2c-84f8-5a3ff76d7a4a" providerId="ADAL" clId="{FC9D629A-5BC2-4F69-B8EF-146132773AD6}" dt="2026-05-10T21:08:43.173" v="3814" actId="20577"/>
        <pc:sldMkLst>
          <pc:docMk/>
          <pc:sldMk cId="3869779865" sldId="340"/>
        </pc:sldMkLst>
        <pc:spChg chg="mod">
          <ac:chgData name="Lösener, U.C. (Ulrich)" userId="7067505c-4e0d-4c2c-84f8-5a3ff76d7a4a" providerId="ADAL" clId="{FC9D629A-5BC2-4F69-B8EF-146132773AD6}" dt="2026-05-10T21:08:43.173" v="3814" actId="20577"/>
          <ac:spMkLst>
            <pc:docMk/>
            <pc:sldMk cId="3869779865" sldId="340"/>
            <ac:spMk id="4" creationId="{B5D90777-5F9A-79D7-202F-D181141F0841}"/>
          </ac:spMkLst>
        </pc:spChg>
      </pc:sldChg>
      <pc:sldChg chg="modSp add mod modAnim">
        <pc:chgData name="Lösener, U.C. (Ulrich)" userId="7067505c-4e0d-4c2c-84f8-5a3ff76d7a4a" providerId="ADAL" clId="{FC9D629A-5BC2-4F69-B8EF-146132773AD6}" dt="2026-05-10T21:18:58.389" v="3891"/>
        <pc:sldMkLst>
          <pc:docMk/>
          <pc:sldMk cId="594751120" sldId="341"/>
        </pc:sldMkLst>
        <pc:spChg chg="mod">
          <ac:chgData name="Lösener, U.C. (Ulrich)" userId="7067505c-4e0d-4c2c-84f8-5a3ff76d7a4a" providerId="ADAL" clId="{FC9D629A-5BC2-4F69-B8EF-146132773AD6}" dt="2026-05-10T21:18:12.915" v="3880" actId="1076"/>
          <ac:spMkLst>
            <pc:docMk/>
            <pc:sldMk cId="594751120" sldId="341"/>
            <ac:spMk id="16" creationId="{A00BA48D-AEEB-C2EA-8484-178BE73B449E}"/>
          </ac:spMkLst>
        </pc:spChg>
        <pc:picChg chg="mod">
          <ac:chgData name="Lösener, U.C. (Ulrich)" userId="7067505c-4e0d-4c2c-84f8-5a3ff76d7a4a" providerId="ADAL" clId="{FC9D629A-5BC2-4F69-B8EF-146132773AD6}" dt="2026-05-10T21:18:12.915" v="3880" actId="1076"/>
          <ac:picMkLst>
            <pc:docMk/>
            <pc:sldMk cId="594751120" sldId="341"/>
            <ac:picMk id="18" creationId="{67FFA535-BBCB-C9E5-5638-497B7F270EB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Merriweather Regular" panose="02060503050406030704" pitchFamily="18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562E9-F970-40C5-8076-BA5383048925}" type="datetimeFigureOut">
              <a:rPr lang="en-GB" smtClean="0">
                <a:latin typeface="Merriweather Regular" panose="02060503050406030704" pitchFamily="18" charset="77"/>
              </a:rPr>
              <a:t>11/05/2026</a:t>
            </a:fld>
            <a:endParaRPr lang="en-GB">
              <a:latin typeface="Merriweather Regular" panose="02060503050406030704" pitchFamily="18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Merriweather Regular" panose="02060503050406030704" pitchFamily="18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17BDD4-EA2B-47CA-A27F-5DCC43F23FEF}" type="slidenum">
              <a:rPr lang="en-GB" smtClean="0">
                <a:latin typeface="Merriweather Regular" panose="02060503050406030704" pitchFamily="18" charset="77"/>
              </a:rPr>
              <a:t>‹#›</a:t>
            </a:fld>
            <a:endParaRPr lang="en-GB">
              <a:latin typeface="Merriweather Regular" panose="020605030504060307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68726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erriweather Regular" panose="02060503050406030704" pitchFamily="18" charset="77"/>
              </a:defRPr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erriweather Regular" panose="02060503050406030704" pitchFamily="18" charset="77"/>
              </a:defRPr>
            </a:lvl1pPr>
          </a:lstStyle>
          <a:p>
            <a:fld id="{7CAC0B33-3943-42F1-973C-9CDD51C76BBD}" type="datetimeFigureOut">
              <a:rPr lang="en-GB" smtClean="0"/>
              <a:pPr/>
              <a:t>11/05/2026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modelstijlen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  <a:p>
            <a:pPr lvl="1"/>
            <a:r>
              <a:rPr lang="en-GB" dirty="0" err="1"/>
              <a:t>Tweede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Derde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Vierde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Vijfde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erriweather Regular" panose="02060503050406030704" pitchFamily="18" charset="77"/>
              </a:defRPr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erriweather Regular" panose="02060503050406030704" pitchFamily="18" charset="77"/>
              </a:defRPr>
            </a:lvl1pPr>
          </a:lstStyle>
          <a:p>
            <a:fld id="{697381A9-0C9E-4D3A-A28B-AC4E168A57B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89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erriweather Regular" panose="02060503050406030704" pitchFamily="18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erriweather Regular" panose="02060503050406030704" pitchFamily="18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erriweather Regular" panose="02060503050406030704" pitchFamily="18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erriweather Regular" panose="02060503050406030704" pitchFamily="18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erriweather Regular" panose="02060503050406030704" pitchFamily="18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yellow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9F183073-10E5-1148-8165-AEA6349E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5375" y="512910"/>
            <a:ext cx="1853435" cy="2160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E35D4E43-E74D-5D48-906A-FCDCBE239F6B}" type="datetime1">
              <a:rPr lang="nl-NL" smtClean="0"/>
              <a:t>11-5-2026</a:t>
            </a:fld>
            <a:endParaRPr lang="en-GB" dirty="0"/>
          </a:p>
        </p:txBody>
      </p:sp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E6D5F428-993B-6A4C-A7CE-238F44C7C5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75859" y="501834"/>
            <a:ext cx="7008532" cy="227101"/>
          </a:xfrm>
          <a:prstGeom prst="rect">
            <a:avLst/>
          </a:prstGeom>
        </p:spPr>
        <p:txBody>
          <a:bodyPr/>
          <a:lstStyle>
            <a:lvl1pPr algn="ctr">
              <a:defRPr sz="1200" b="0" i="0" u="none" cap="all" spc="50" baseline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Name sub-</a:t>
            </a:r>
            <a:r>
              <a:rPr lang="nl-NL" dirty="0" err="1"/>
              <a:t>sender</a:t>
            </a:r>
            <a:endParaRPr lang="nl-NL" dirty="0"/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509A3404-C322-574D-996D-93CFC2296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5177" y="5800328"/>
            <a:ext cx="5044821" cy="217169"/>
          </a:xfrm>
          <a:prstGeom prst="rect">
            <a:avLst/>
          </a:prstGeom>
        </p:spPr>
        <p:txBody>
          <a:bodyPr/>
          <a:lstStyle>
            <a:lvl1pPr algn="ctr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dirty="0"/>
              <a:t>Name </a:t>
            </a:r>
            <a:r>
              <a:rPr lang="nl-NL" dirty="0" err="1"/>
              <a:t>Lastname</a:t>
            </a:r>
            <a:endParaRPr lang="nl-NL" dirty="0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D6F025CA-08AA-BB4D-A7AA-3CD26CC85F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5177" y="6017497"/>
            <a:ext cx="5044821" cy="270592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Job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41" name="Titel 1">
            <a:extLst>
              <a:ext uri="{FF2B5EF4-FFF2-40B4-BE49-F238E27FC236}">
                <a16:creationId xmlns:a16="http://schemas.microsoft.com/office/drawing/2014/main" id="{75804E32-4442-4548-B1CA-E4A4F92AB28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291" y="1196750"/>
            <a:ext cx="11374639" cy="4603578"/>
          </a:xfrm>
          <a:prstGeom prst="rect">
            <a:avLst/>
          </a:prstGeom>
        </p:spPr>
        <p:txBody>
          <a:bodyPr anchor="ctr" anchorCtr="0"/>
          <a:lstStyle>
            <a:lvl1pPr algn="ctr">
              <a:defRPr sz="4100" b="0" i="1">
                <a:latin typeface="Merriweather Light" pitchFamily="2" charset="77"/>
              </a:defRPr>
            </a:lvl1pPr>
          </a:lstStyle>
          <a:p>
            <a:r>
              <a:rPr lang="en-GB" dirty="0"/>
              <a:t>Place your attention-grabbing</a:t>
            </a:r>
            <a:br>
              <a:rPr lang="en-GB" dirty="0"/>
            </a:br>
            <a:r>
              <a:rPr lang="en-GB" dirty="0"/>
              <a:t>headline here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06C4943-7EFA-554F-8665-CDF3B1B7EC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226845" cy="126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5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11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4998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8" orient="horz" pos="754" userDrawn="1">
          <p15:clr>
            <a:srgbClr val="FBAE40"/>
          </p15:clr>
        </p15:guide>
        <p15:guide id="19" orient="horz" pos="211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9F183073-10E5-1148-8165-AEA6349E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5375" y="512910"/>
            <a:ext cx="1853435" cy="2160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6BB0140F-113A-1D43-BFCA-32F4F9E42683}" type="datetime1">
              <a:rPr lang="nl-NL" smtClean="0"/>
              <a:t>11-5-2026</a:t>
            </a:fld>
            <a:endParaRPr lang="en-GB" dirty="0"/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509A3404-C322-574D-996D-93CFC2296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8214" y="5800328"/>
            <a:ext cx="5038747" cy="199729"/>
          </a:xfrm>
          <a:prstGeom prst="rect">
            <a:avLst/>
          </a:prstGeom>
        </p:spPr>
        <p:txBody>
          <a:bodyPr/>
          <a:lstStyle>
            <a:lvl1pPr algn="ctr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dirty="0"/>
              <a:t>Name </a:t>
            </a:r>
            <a:r>
              <a:rPr lang="nl-NL" dirty="0" err="1"/>
              <a:t>Lastname</a:t>
            </a:r>
            <a:endParaRPr lang="nl-NL" dirty="0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D6F025CA-08AA-BB4D-A7AA-3CD26CC85F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8225" y="6017497"/>
            <a:ext cx="5038725" cy="270592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Job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D0FC209-A5EA-0147-8CC1-DEEC093C72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291" y="1196750"/>
            <a:ext cx="11374639" cy="4603578"/>
          </a:xfrm>
          <a:prstGeom prst="rect">
            <a:avLst/>
          </a:prstGeom>
        </p:spPr>
        <p:txBody>
          <a:bodyPr anchor="ctr" anchorCtr="0"/>
          <a:lstStyle>
            <a:lvl1pPr algn="ctr">
              <a:defRPr sz="4100" b="0" i="1">
                <a:latin typeface="Merriweather Light" pitchFamily="2" charset="77"/>
              </a:defRPr>
            </a:lvl1pPr>
          </a:lstStyle>
          <a:p>
            <a:r>
              <a:rPr lang="en-GB" dirty="0"/>
              <a:t>Place your attention-grabbing</a:t>
            </a:r>
            <a:br>
              <a:rPr lang="en-GB" dirty="0"/>
            </a:br>
            <a:r>
              <a:rPr lang="en-GB" dirty="0"/>
              <a:t>headline here</a:t>
            </a:r>
          </a:p>
        </p:txBody>
      </p:sp>
      <p:sp>
        <p:nvSpPr>
          <p:cNvPr id="16" name="Tijdelijke aanduiding voor tekst 30">
            <a:extLst>
              <a:ext uri="{FF2B5EF4-FFF2-40B4-BE49-F238E27FC236}">
                <a16:creationId xmlns:a16="http://schemas.microsoft.com/office/drawing/2014/main" id="{18DC5878-969C-0849-B41E-F7CAD75B0E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75859" y="501834"/>
            <a:ext cx="7008532" cy="227101"/>
          </a:xfrm>
          <a:prstGeom prst="rect">
            <a:avLst/>
          </a:prstGeom>
        </p:spPr>
        <p:txBody>
          <a:bodyPr/>
          <a:lstStyle>
            <a:lvl1pPr algn="ctr">
              <a:defRPr sz="1200" b="0" i="0" u="none" cap="all" spc="5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Name sub-</a:t>
            </a:r>
            <a:r>
              <a:rPr lang="nl-NL" dirty="0" err="1"/>
              <a:t>sender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A96AC97-EC48-2C47-9689-EC0C3BEF1A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240659" cy="127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94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11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4998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white + imag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9F183073-10E5-1148-8165-AEA6349E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1903" y="512910"/>
            <a:ext cx="1866907" cy="2160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FF89F68A-B152-1F4A-BAE9-DB6F3497DE2E}" type="datetime1">
              <a:rPr lang="nl-NL" smtClean="0"/>
              <a:t>11-5-2026</a:t>
            </a:fld>
            <a:endParaRPr lang="en-GB" dirty="0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2133EB5A-69B9-1740-8101-0C004BB7D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733" y="1196750"/>
            <a:ext cx="5584468" cy="4603578"/>
          </a:xfrm>
          <a:prstGeom prst="rect">
            <a:avLst/>
          </a:prstGeom>
        </p:spPr>
        <p:txBody>
          <a:bodyPr anchor="ctr" anchorCtr="0"/>
          <a:lstStyle>
            <a:lvl1pPr algn="ctr">
              <a:defRPr sz="4100" b="0" i="1">
                <a:latin typeface="Merriweather Light" pitchFamily="2" charset="77"/>
              </a:defRPr>
            </a:lvl1pPr>
          </a:lstStyle>
          <a:p>
            <a:r>
              <a:rPr lang="en-GB" dirty="0"/>
              <a:t>Place your attention-grabbing headline here</a:t>
            </a:r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509A3404-C322-574D-996D-93CFC2296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732" y="6084055"/>
            <a:ext cx="5584468" cy="217169"/>
          </a:xfrm>
          <a:prstGeom prst="rect">
            <a:avLst/>
          </a:prstGeom>
        </p:spPr>
        <p:txBody>
          <a:bodyPr/>
          <a:lstStyle>
            <a:lvl1pPr algn="ctr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dirty="0"/>
              <a:t>Name </a:t>
            </a:r>
            <a:r>
              <a:rPr lang="nl-NL" dirty="0" err="1"/>
              <a:t>Lastname</a:t>
            </a:r>
            <a:endParaRPr lang="nl-NL" dirty="0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D6F025CA-08AA-BB4D-A7AA-3CD26CC85F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0" y="6309175"/>
            <a:ext cx="5581650" cy="270592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Job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0899AEA0-D03E-3444-8E81-C754D975C6B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6975" y="1196751"/>
            <a:ext cx="5562600" cy="5292950"/>
          </a:xfrm>
          <a:prstGeom prst="rect">
            <a:avLst/>
          </a:prstGeom>
          <a:solidFill>
            <a:schemeClr val="bg1"/>
          </a:solidFill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13" name="Tijdelijke aanduiding voor tekst 30">
            <a:extLst>
              <a:ext uri="{FF2B5EF4-FFF2-40B4-BE49-F238E27FC236}">
                <a16:creationId xmlns:a16="http://schemas.microsoft.com/office/drawing/2014/main" id="{7D271618-79F1-014C-8317-A706919B0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1835" y="501834"/>
            <a:ext cx="6996580" cy="227101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0" i="0" u="none" cap="all" spc="5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Name sub-</a:t>
            </a:r>
            <a:r>
              <a:rPr lang="nl-NL" dirty="0" err="1"/>
              <a:t>sender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83C2F63-25D1-8242-B959-DD59647B07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240659" cy="127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225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8" orient="horz" pos="754" userDrawn="1">
          <p15:clr>
            <a:srgbClr val="FBAE40"/>
          </p15:clr>
        </p15:guide>
        <p15:guide id="19" orient="horz" pos="21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white + image + partner logos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9F183073-10E5-1148-8165-AEA6349E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1903" y="512910"/>
            <a:ext cx="1866907" cy="2160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FF89F68A-B152-1F4A-BAE9-DB6F3497DE2E}" type="datetime1">
              <a:rPr lang="nl-NL" smtClean="0"/>
              <a:t>11-5-2026</a:t>
            </a:fld>
            <a:endParaRPr lang="en-GB" dirty="0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2133EB5A-69B9-1740-8101-0C004BB7D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733" y="1196749"/>
            <a:ext cx="6986614" cy="2232237"/>
          </a:xfrm>
          <a:prstGeom prst="rect">
            <a:avLst/>
          </a:prstGeom>
        </p:spPr>
        <p:txBody>
          <a:bodyPr anchor="ctr" anchorCtr="0"/>
          <a:lstStyle>
            <a:lvl1pPr algn="ctr">
              <a:defRPr sz="4100" b="0" i="1">
                <a:latin typeface="Merriweather Light" pitchFamily="2" charset="77"/>
              </a:defRPr>
            </a:lvl1pPr>
          </a:lstStyle>
          <a:p>
            <a:r>
              <a:rPr lang="en-GB" dirty="0"/>
              <a:t>Place your attention-grabbing headline here</a:t>
            </a:r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509A3404-C322-574D-996D-93CFC2296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731" y="6084055"/>
            <a:ext cx="7012883" cy="217169"/>
          </a:xfrm>
          <a:prstGeom prst="rect">
            <a:avLst/>
          </a:prstGeom>
        </p:spPr>
        <p:txBody>
          <a:bodyPr/>
          <a:lstStyle>
            <a:lvl1pPr algn="ctr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dirty="0"/>
              <a:t>Name </a:t>
            </a:r>
            <a:r>
              <a:rPr lang="nl-NL" dirty="0" err="1"/>
              <a:t>Lastname</a:t>
            </a:r>
            <a:endParaRPr lang="nl-NL" dirty="0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D6F025CA-08AA-BB4D-A7AA-3CD26CC85F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0" y="6309175"/>
            <a:ext cx="7010064" cy="270592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Job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0899AEA0-D03E-3444-8E81-C754D975C6B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645613" y="1196751"/>
            <a:ext cx="4193962" cy="5292950"/>
          </a:xfrm>
          <a:prstGeom prst="rect">
            <a:avLst/>
          </a:prstGeom>
          <a:solidFill>
            <a:schemeClr val="bg1"/>
          </a:solidFill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13" name="Tijdelijke aanduiding voor tekst 30">
            <a:extLst>
              <a:ext uri="{FF2B5EF4-FFF2-40B4-BE49-F238E27FC236}">
                <a16:creationId xmlns:a16="http://schemas.microsoft.com/office/drawing/2014/main" id="{7D271618-79F1-014C-8317-A706919B0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1835" y="501834"/>
            <a:ext cx="6996580" cy="227101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0" i="0" u="none" cap="all" spc="5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Name sub-</a:t>
            </a:r>
            <a:r>
              <a:rPr lang="nl-NL" dirty="0" err="1"/>
              <a:t>sender</a:t>
            </a:r>
            <a:endParaRPr lang="nl-NL" dirty="0"/>
          </a:p>
        </p:txBody>
      </p:sp>
      <p:sp>
        <p:nvSpPr>
          <p:cNvPr id="24" name="Tijdelijke aanduiding voor afbeelding 2">
            <a:extLst>
              <a:ext uri="{FF2B5EF4-FFF2-40B4-BE49-F238E27FC236}">
                <a16:creationId xmlns:a16="http://schemas.microsoft.com/office/drawing/2014/main" id="{96590D88-6BBF-A34E-AAB8-6A3B3F4F8EB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60001" y="3979535"/>
            <a:ext cx="1887234" cy="783612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25" name="Tijdelijke aanduiding voor afbeelding 2">
            <a:extLst>
              <a:ext uri="{FF2B5EF4-FFF2-40B4-BE49-F238E27FC236}">
                <a16:creationId xmlns:a16="http://schemas.microsoft.com/office/drawing/2014/main" id="{9781CBC6-4D2D-9B44-8C61-BA988AC5EA8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915084" y="3979535"/>
            <a:ext cx="1887234" cy="783612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26" name="Tijdelijke aanduiding voor afbeelding 2">
            <a:extLst>
              <a:ext uri="{FF2B5EF4-FFF2-40B4-BE49-F238E27FC236}">
                <a16:creationId xmlns:a16="http://schemas.microsoft.com/office/drawing/2014/main" id="{F3CB498F-9E16-7340-824A-5B69DEB636A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59381" y="3979535"/>
            <a:ext cx="1887234" cy="783612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27" name="Tijdelijke aanduiding voor tekst 34">
            <a:extLst>
              <a:ext uri="{FF2B5EF4-FFF2-40B4-BE49-F238E27FC236}">
                <a16:creationId xmlns:a16="http://schemas.microsoft.com/office/drawing/2014/main" id="{D85BB5FF-F717-044D-8E9C-DCEFD8761E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137" y="3602573"/>
            <a:ext cx="5580062" cy="2705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noProof="0" dirty="0"/>
              <a:t>Partners</a:t>
            </a:r>
          </a:p>
        </p:txBody>
      </p:sp>
      <p:sp>
        <p:nvSpPr>
          <p:cNvPr id="28" name="Tijdelijke aanduiding voor afbeelding 2">
            <a:extLst>
              <a:ext uri="{FF2B5EF4-FFF2-40B4-BE49-F238E27FC236}">
                <a16:creationId xmlns:a16="http://schemas.microsoft.com/office/drawing/2014/main" id="{9E39B1AE-9C41-2A43-8322-F2385CDD76E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70787" y="4892702"/>
            <a:ext cx="1887234" cy="783612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29" name="Tijdelijke aanduiding voor afbeelding 2">
            <a:extLst>
              <a:ext uri="{FF2B5EF4-FFF2-40B4-BE49-F238E27FC236}">
                <a16:creationId xmlns:a16="http://schemas.microsoft.com/office/drawing/2014/main" id="{906E6FE3-27E3-F44A-BCCB-0BFB91A7058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2915084" y="4892702"/>
            <a:ext cx="1887234" cy="783612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0" name="Tijdelijke aanduiding voor afbeelding 2">
            <a:extLst>
              <a:ext uri="{FF2B5EF4-FFF2-40B4-BE49-F238E27FC236}">
                <a16:creationId xmlns:a16="http://schemas.microsoft.com/office/drawing/2014/main" id="{D4208AEC-A18D-7948-B0D2-36515B5214D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460943" y="4892702"/>
            <a:ext cx="1887234" cy="783612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cxnSp>
        <p:nvCxnSpPr>
          <p:cNvPr id="31" name="Rechte verbindingslijn 30">
            <a:extLst>
              <a:ext uri="{FF2B5EF4-FFF2-40B4-BE49-F238E27FC236}">
                <a16:creationId xmlns:a16="http://schemas.microsoft.com/office/drawing/2014/main" id="{0E4A6470-CC6A-4740-8821-4CBA8B5017EA}"/>
              </a:ext>
            </a:extLst>
          </p:cNvPr>
          <p:cNvCxnSpPr>
            <a:cxnSpLocks/>
          </p:cNvCxnSpPr>
          <p:nvPr userDrawn="1"/>
        </p:nvCxnSpPr>
        <p:spPr>
          <a:xfrm>
            <a:off x="360000" y="3873165"/>
            <a:ext cx="69866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120808A4-F843-CD48-B257-842FB9F54C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240659" cy="127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409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8" orient="horz" pos="754" userDrawn="1">
          <p15:clr>
            <a:srgbClr val="FBAE40"/>
          </p15:clr>
        </p15:guide>
        <p15:guide id="19" orient="horz" pos="211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C1824C1D-4906-3A4A-B5A7-7CF6C4EB7B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17750" y="1196975"/>
            <a:ext cx="7559675" cy="1253617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2300" b="1" i="0" smtClean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5E1B5542-E518-FB47-95E8-2B71A026A2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7750" y="2450593"/>
            <a:ext cx="7559675" cy="344331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nl-NL" sz="2200" b="0" i="0" kern="1200" baseline="0" dirty="0" err="1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Molorepudit</a:t>
            </a:r>
            <a:r>
              <a:rPr lang="nl-NL" dirty="0"/>
              <a:t> </a:t>
            </a:r>
            <a:r>
              <a:rPr lang="nl-NL" dirty="0" err="1"/>
              <a:t>ressimus</a:t>
            </a:r>
            <a:r>
              <a:rPr lang="nl-NL" dirty="0"/>
              <a:t> </a:t>
            </a:r>
            <a:r>
              <a:rPr lang="nl-NL" dirty="0" err="1"/>
              <a:t>exeri</a:t>
            </a:r>
            <a:r>
              <a:rPr lang="nl-NL" dirty="0"/>
              <a:t> </a:t>
            </a:r>
            <a:r>
              <a:rPr lang="nl-NL" dirty="0" err="1"/>
              <a:t>nus</a:t>
            </a:r>
            <a:r>
              <a:rPr lang="nl-NL" dirty="0"/>
              <a:t> et </a:t>
            </a:r>
            <a:r>
              <a:rPr lang="nl-NL" dirty="0" err="1"/>
              <a:t>ipienda</a:t>
            </a:r>
            <a:r>
              <a:rPr lang="nl-NL" dirty="0"/>
              <a:t> et </a:t>
            </a:r>
            <a:r>
              <a:rPr lang="nl-NL" dirty="0" err="1"/>
              <a:t>adiantot</a:t>
            </a:r>
            <a:r>
              <a:rPr lang="nl-NL" dirty="0"/>
              <a:t> </a:t>
            </a:r>
            <a:r>
              <a:rPr lang="nl-NL" dirty="0" err="1"/>
              <a:t>Ique</a:t>
            </a:r>
            <a:r>
              <a:rPr lang="nl-NL" dirty="0"/>
              <a:t> </a:t>
            </a:r>
            <a:r>
              <a:rPr lang="nl-NL" dirty="0" err="1"/>
              <a:t>niminti</a:t>
            </a:r>
            <a:r>
              <a:rPr lang="nl-NL" dirty="0"/>
              <a:t> </a:t>
            </a:r>
            <a:r>
              <a:rPr lang="nl-NL" dirty="0" err="1"/>
              <a:t>nonsendaecae</a:t>
            </a:r>
            <a:r>
              <a:rPr lang="nl-NL" dirty="0"/>
              <a:t> </a:t>
            </a:r>
            <a:r>
              <a:rPr lang="nl-NL" dirty="0" err="1"/>
              <a:t>volor</a:t>
            </a:r>
            <a:r>
              <a:rPr lang="nl-NL" dirty="0"/>
              <a:t> a ad et ut </a:t>
            </a:r>
            <a:r>
              <a:rPr lang="nl-NL" dirty="0" err="1"/>
              <a:t>eum</a:t>
            </a:r>
            <a:r>
              <a:rPr lang="nl-NL" dirty="0"/>
              <a:t> se pos mos </a:t>
            </a:r>
            <a:r>
              <a:rPr lang="nl-NL" dirty="0" err="1"/>
              <a:t>sed</a:t>
            </a:r>
            <a:r>
              <a:rPr lang="nl-NL" dirty="0"/>
              <a:t> </a:t>
            </a:r>
            <a:r>
              <a:rPr lang="nl-NL" dirty="0" err="1"/>
              <a:t>ulpa</a:t>
            </a:r>
            <a:r>
              <a:rPr lang="nl-NL" dirty="0"/>
              <a:t> </a:t>
            </a:r>
            <a:r>
              <a:rPr lang="nl-NL" dirty="0" err="1"/>
              <a:t>vitas</a:t>
            </a:r>
            <a:r>
              <a:rPr lang="nl-NL" dirty="0"/>
              <a:t> </a:t>
            </a:r>
            <a:r>
              <a:rPr lang="nl-NL" dirty="0" err="1"/>
              <a:t>aut</a:t>
            </a:r>
            <a:r>
              <a:rPr lang="nl-NL" dirty="0"/>
              <a:t> </a:t>
            </a:r>
            <a:r>
              <a:rPr lang="nl-NL" dirty="0" err="1"/>
              <a:t>quia</a:t>
            </a:r>
            <a:r>
              <a:rPr lang="nl-NL" dirty="0"/>
              <a:t> </a:t>
            </a:r>
            <a:r>
              <a:rPr lang="nl-NL" dirty="0" err="1"/>
              <a:t>doluptio</a:t>
            </a:r>
            <a:r>
              <a:rPr lang="nl-NL" dirty="0"/>
              <a:t> </a:t>
            </a:r>
            <a:r>
              <a:rPr lang="nl-NL" dirty="0" err="1"/>
              <a:t>iduciis</a:t>
            </a:r>
            <a:r>
              <a:rPr lang="nl-NL" dirty="0"/>
              <a:t> </a:t>
            </a:r>
            <a:r>
              <a:rPr lang="nl-NL" dirty="0" err="1"/>
              <a:t>sedis</a:t>
            </a:r>
            <a:r>
              <a:rPr lang="nl-NL" dirty="0"/>
              <a:t> </a:t>
            </a:r>
            <a:r>
              <a:rPr lang="nl-NL" dirty="0" err="1"/>
              <a:t>sitat</a:t>
            </a:r>
            <a:r>
              <a:rPr lang="nl-NL" dirty="0"/>
              <a:t> es </a:t>
            </a:r>
            <a:r>
              <a:rPr lang="nl-NL" dirty="0" err="1"/>
              <a:t>nihition</a:t>
            </a:r>
            <a:r>
              <a:rPr lang="nl-NL" dirty="0"/>
              <a:t> </a:t>
            </a:r>
            <a:r>
              <a:rPr lang="nl-NL" dirty="0" err="1"/>
              <a:t>nonsecturi</a:t>
            </a:r>
            <a:r>
              <a:rPr lang="nl-NL" dirty="0"/>
              <a:t> </a:t>
            </a:r>
            <a:r>
              <a:rPr lang="nl-NL" dirty="0" err="1"/>
              <a:t>officidis</a:t>
            </a:r>
            <a:r>
              <a:rPr lang="nl-NL" dirty="0"/>
              <a:t> ex et que </a:t>
            </a:r>
            <a:r>
              <a:rPr lang="nl-NL" dirty="0" err="1"/>
              <a:t>esecto</a:t>
            </a:r>
            <a:r>
              <a:rPr lang="nl-NL" dirty="0"/>
              <a:t> </a:t>
            </a:r>
            <a:r>
              <a:rPr lang="nl-NL" dirty="0" err="1"/>
              <a:t>dolorumenis</a:t>
            </a:r>
            <a:r>
              <a:rPr lang="nl-NL" dirty="0"/>
              <a:t> </a:t>
            </a:r>
            <a:r>
              <a:rPr lang="nl-NL" dirty="0" err="1"/>
              <a:t>aritat</a:t>
            </a:r>
            <a:r>
              <a:rPr lang="nl-NL" dirty="0"/>
              <a:t> et des </a:t>
            </a:r>
            <a:r>
              <a:rPr lang="nl-NL" dirty="0" err="1"/>
              <a:t>earcit</a:t>
            </a:r>
            <a:r>
              <a:rPr lang="nl-NL" dirty="0"/>
              <a:t>, </a:t>
            </a:r>
            <a:r>
              <a:rPr lang="nl-NL" dirty="0" err="1"/>
              <a:t>ium</a:t>
            </a:r>
            <a:r>
              <a:rPr lang="nl-NL" dirty="0"/>
              <a:t> ad </a:t>
            </a:r>
            <a:r>
              <a:rPr lang="nl-NL" dirty="0" err="1"/>
              <a:t>quam</a:t>
            </a:r>
            <a:r>
              <a:rPr lang="nl-NL" dirty="0"/>
              <a:t> </a:t>
            </a:r>
            <a:r>
              <a:rPr lang="nl-NL" dirty="0" err="1"/>
              <a:t>faccupt</a:t>
            </a:r>
            <a:r>
              <a:rPr lang="nl-NL" dirty="0"/>
              <a:t> </a:t>
            </a:r>
            <a:r>
              <a:rPr lang="nl-NL" dirty="0" err="1"/>
              <a:t>atiature</a:t>
            </a:r>
            <a:r>
              <a:rPr lang="nl-NL" dirty="0"/>
              <a:t>, </a:t>
            </a:r>
            <a:r>
              <a:rPr lang="nl-NL" dirty="0" err="1"/>
              <a:t>qui</a:t>
            </a:r>
            <a:r>
              <a:rPr lang="nl-NL" dirty="0"/>
              <a:t> </a:t>
            </a:r>
            <a:r>
              <a:rPr lang="nl-NL" dirty="0" err="1"/>
              <a:t>officipis</a:t>
            </a:r>
            <a:r>
              <a:rPr lang="nl-NL" dirty="0"/>
              <a:t> </a:t>
            </a:r>
            <a:r>
              <a:rPr lang="nl-NL" dirty="0" err="1"/>
              <a:t>dolupta</a:t>
            </a:r>
            <a:r>
              <a:rPr lang="nl-NL" dirty="0"/>
              <a:t> </a:t>
            </a:r>
            <a:r>
              <a:rPr lang="nl-NL" dirty="0" err="1"/>
              <a:t>spereium</a:t>
            </a:r>
            <a:r>
              <a:rPr lang="nl-NL" dirty="0"/>
              <a:t> </a:t>
            </a:r>
            <a:r>
              <a:rPr lang="nl-NL" dirty="0" err="1"/>
              <a:t>quias</a:t>
            </a:r>
            <a:r>
              <a:rPr lang="nl-NL" dirty="0"/>
              <a:t> </a:t>
            </a:r>
            <a:r>
              <a:rPr lang="nl-NL" dirty="0" err="1"/>
              <a:t>sum</a:t>
            </a:r>
            <a:r>
              <a:rPr lang="nl-NL" dirty="0"/>
              <a:t> </a:t>
            </a:r>
            <a:r>
              <a:rPr lang="nl-NL" dirty="0" err="1"/>
              <a:t>aut</a:t>
            </a:r>
            <a:r>
              <a:rPr lang="nl-NL" dirty="0"/>
              <a:t> min </a:t>
            </a:r>
            <a:r>
              <a:rPr lang="nl-NL" dirty="0" err="1"/>
              <a:t>prae</a:t>
            </a:r>
            <a:r>
              <a:rPr lang="nl-NL" dirty="0"/>
              <a:t> nam </a:t>
            </a:r>
            <a:r>
              <a:rPr lang="nl-NL" dirty="0" err="1"/>
              <a:t>aut</a:t>
            </a:r>
            <a:r>
              <a:rPr lang="nl-NL" dirty="0"/>
              <a:t> que </a:t>
            </a:r>
            <a:r>
              <a:rPr lang="nl-NL" dirty="0" err="1"/>
              <a:t>nobitatur</a:t>
            </a:r>
            <a:r>
              <a:rPr lang="nl-NL" dirty="0"/>
              <a:t>, </a:t>
            </a:r>
            <a:r>
              <a:rPr lang="nl-NL" dirty="0" err="1"/>
              <a:t>cus</a:t>
            </a:r>
            <a:r>
              <a:rPr lang="nl-NL" dirty="0"/>
              <a:t> </a:t>
            </a:r>
            <a:r>
              <a:rPr lang="nl-NL" dirty="0" err="1"/>
              <a:t>eario</a:t>
            </a:r>
            <a:r>
              <a:rPr lang="nl-NL" dirty="0"/>
              <a:t> </a:t>
            </a:r>
            <a:r>
              <a:rPr lang="nl-NL" dirty="0" err="1"/>
              <a:t>omnihic</a:t>
            </a:r>
            <a:r>
              <a:rPr lang="nl-NL" dirty="0"/>
              <a:t> </a:t>
            </a:r>
            <a:r>
              <a:rPr lang="nl-NL" dirty="0" err="1"/>
              <a:t>aeruptur</a:t>
            </a:r>
            <a:r>
              <a:rPr lang="nl-NL" dirty="0"/>
              <a:t>, </a:t>
            </a:r>
            <a:r>
              <a:rPr lang="nl-NL" dirty="0" err="1"/>
              <a:t>sunt</a:t>
            </a:r>
            <a:r>
              <a:rPr lang="nl-NL" dirty="0"/>
              <a:t> </a:t>
            </a:r>
            <a:r>
              <a:rPr lang="nl-NL" dirty="0" err="1"/>
              <a:t>eruptat</a:t>
            </a:r>
            <a:r>
              <a:rPr lang="nl-NL" dirty="0"/>
              <a:t> </a:t>
            </a:r>
            <a:r>
              <a:rPr lang="nl-NL" dirty="0" err="1"/>
              <a:t>volorep</a:t>
            </a:r>
            <a:r>
              <a:rPr lang="nl-NL" dirty="0"/>
              <a:t>. &lt;Max. 70 </a:t>
            </a:r>
            <a:r>
              <a:rPr lang="nl-NL" dirty="0" err="1"/>
              <a:t>words</a:t>
            </a:r>
            <a:r>
              <a:rPr lang="nl-NL" dirty="0"/>
              <a:t>&gt;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2ECAC3E-94BB-314E-968D-00CCC277A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20" y="6153579"/>
            <a:ext cx="636727" cy="3744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704C3AAB-1397-224F-A628-24E1EAC1727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307782" y="6157899"/>
            <a:ext cx="836138" cy="37008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58BA2319-3117-C848-9CAE-880C225A02AB}" type="datetime1">
              <a:rPr lang="nl-NL" smtClean="0"/>
              <a:pPr/>
              <a:t>11-5-2026</a:t>
            </a:fld>
            <a:endParaRPr lang="en-US" dirty="0"/>
          </a:p>
        </p:txBody>
      </p:sp>
      <p:sp>
        <p:nvSpPr>
          <p:cNvPr id="12" name="Tijdelijke aanduiding voor tekst 8">
            <a:extLst>
              <a:ext uri="{FF2B5EF4-FFF2-40B4-BE49-F238E27FC236}">
                <a16:creationId xmlns:a16="http://schemas.microsoft.com/office/drawing/2014/main" id="{BC84D688-AF05-1F41-BEF7-97C5D0AA1C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4702" y="6155901"/>
            <a:ext cx="5905012" cy="399492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lang="nl-NL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 algn="r"/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footer</a:t>
            </a:r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3E4D40DB-0C5A-594C-AF43-231E370A99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98" y="6001200"/>
            <a:ext cx="172800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98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s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C1824C1D-4906-3A4A-B5A7-7CF6C4EB7B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17750" y="1196975"/>
            <a:ext cx="7559675" cy="1253617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2300" b="1" i="0" smtClean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noProof="0" dirty="0" err="1"/>
              <a:t>Title</a:t>
            </a:r>
            <a:endParaRPr lang="nl-NL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C9AB133-86A0-4F4D-B147-91460F7B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20" y="6153579"/>
            <a:ext cx="636727" cy="3744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3C949DD-BA7F-4A41-8203-B7C3688AC242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307782" y="6157899"/>
            <a:ext cx="836138" cy="37008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23B827FD-76E4-BB46-96BA-7D1615AFEADA}" type="datetime1">
              <a:rPr lang="nl-NL" smtClean="0"/>
              <a:pPr/>
              <a:t>11-5-2026</a:t>
            </a:fld>
            <a:endParaRPr lang="en-US" dirty="0"/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821AA41A-80EA-974A-9012-9CE09DB965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4702" y="6155901"/>
            <a:ext cx="5905012" cy="399492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lang="nl-NL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 algn="r"/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footer</a:t>
            </a:r>
            <a:endParaRPr lang="nl-NL" dirty="0"/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858FA29B-995F-B644-8BA8-A6AAF23A58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7750" y="2450593"/>
            <a:ext cx="7559675" cy="3443316"/>
          </a:xfrm>
          <a:prstGeom prst="rect">
            <a:avLst/>
          </a:prstGeom>
        </p:spPr>
        <p:txBody>
          <a:bodyPr/>
          <a:lstStyle>
            <a:lvl1pPr marL="450850" marR="0" indent="-4508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89000" algn="l"/>
                <a:tab pos="1452563" algn="l"/>
              </a:tabLst>
              <a:defRPr lang="nl-NL" sz="2200" b="0" i="0" kern="1200" baseline="0" noProof="0" dirty="0" smtClean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803275" indent="-309563"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lang="nl-NL" sz="2200" b="0" i="0" kern="1200" baseline="0" noProof="0" dirty="0" smtClean="0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114425" indent="-3111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lang="nl-NL" sz="2200" b="0" i="0" kern="1200" baseline="0" noProof="0" dirty="0" err="1" smtClean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466850" indent="-3111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 lang="nl-NL" sz="2200" b="0" i="0" kern="1200" baseline="0" noProof="0" dirty="0" smtClean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33563" indent="-366713"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lang="nl-NL" sz="2200" b="0" i="0" kern="1200" baseline="0" noProof="0" dirty="0" err="1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2185988" indent="-352425">
              <a:spcBef>
                <a:spcPts val="600"/>
              </a:spcBef>
              <a:tabLst/>
              <a:defRPr lang="nl-NL" sz="2200" b="0" i="0" kern="1200" baseline="0" noProof="0" dirty="0" smtClean="0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6pPr>
            <a:lvl7pPr marL="2144713" indent="-311150">
              <a:tabLst/>
              <a:defRPr lang="nl-NL" sz="2200" b="0" i="0" kern="1200" baseline="0" noProof="0" dirty="0" smtClean="0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7pPr>
            <a:lvl8pPr marL="2497138" indent="-352425">
              <a:tabLst/>
              <a:defRPr lang="nl-NL" sz="2200" b="0" i="0" kern="1200" baseline="0" noProof="0" dirty="0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8pPr>
            <a:lvl9pPr>
              <a:defRPr lang="nl-NL" sz="2200" b="0" i="0" kern="1200" baseline="0" noProof="0" dirty="0" smtClean="0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9pPr>
          </a:lstStyle>
          <a:p>
            <a:r>
              <a:rPr lang="nl-NL" noProof="0" dirty="0" err="1"/>
              <a:t>Ressimus</a:t>
            </a:r>
            <a:r>
              <a:rPr lang="nl-NL" noProof="0" dirty="0"/>
              <a:t> </a:t>
            </a:r>
            <a:r>
              <a:rPr lang="nl-NL" noProof="0" dirty="0" err="1"/>
              <a:t>exeri</a:t>
            </a:r>
            <a:r>
              <a:rPr lang="nl-NL" noProof="0" dirty="0"/>
              <a:t> </a:t>
            </a:r>
            <a:r>
              <a:rPr lang="nl-NL" noProof="0" dirty="0" err="1"/>
              <a:t>nus</a:t>
            </a:r>
            <a:r>
              <a:rPr lang="nl-NL" noProof="0" dirty="0"/>
              <a:t> et </a:t>
            </a:r>
            <a:r>
              <a:rPr lang="nl-NL" noProof="0" dirty="0" err="1"/>
              <a:t>ipienda</a:t>
            </a:r>
            <a:r>
              <a:rPr lang="nl-NL" noProof="0" dirty="0"/>
              <a:t> et </a:t>
            </a:r>
            <a:r>
              <a:rPr lang="nl-NL" noProof="0" dirty="0" err="1"/>
              <a:t>adiantot</a:t>
            </a:r>
            <a:r>
              <a:rPr lang="nl-NL" noProof="0" dirty="0"/>
              <a:t> </a:t>
            </a:r>
            <a:r>
              <a:rPr lang="nl-NL" noProof="0" dirty="0" err="1"/>
              <a:t>IqueMolorepudit</a:t>
            </a:r>
            <a:r>
              <a:rPr lang="nl-NL" noProof="0" dirty="0"/>
              <a:t> </a:t>
            </a:r>
            <a:r>
              <a:rPr lang="nl-NL" noProof="0" dirty="0" err="1"/>
              <a:t>niminti</a:t>
            </a:r>
            <a:r>
              <a:rPr lang="nl-NL" noProof="0" dirty="0"/>
              <a:t> </a:t>
            </a:r>
            <a:r>
              <a:rPr lang="nl-NL" noProof="0" dirty="0" err="1"/>
              <a:t>nonsendaecae</a:t>
            </a:r>
            <a:r>
              <a:rPr lang="nl-NL" noProof="0" dirty="0"/>
              <a:t> </a:t>
            </a:r>
            <a:r>
              <a:rPr lang="nl-NL" noProof="0" dirty="0" err="1"/>
              <a:t>volor</a:t>
            </a:r>
            <a:r>
              <a:rPr lang="nl-NL" noProof="0" dirty="0"/>
              <a:t> a ad et ut </a:t>
            </a:r>
            <a:r>
              <a:rPr lang="nl-NL" noProof="0" dirty="0" err="1"/>
              <a:t>eum</a:t>
            </a:r>
            <a:r>
              <a:rPr lang="nl-NL" noProof="0" dirty="0"/>
              <a:t> se pos mos </a:t>
            </a:r>
            <a:r>
              <a:rPr lang="nl-NL" noProof="0" dirty="0" err="1"/>
              <a:t>sed</a:t>
            </a:r>
            <a:r>
              <a:rPr lang="nl-NL" noProof="0" dirty="0"/>
              <a:t> </a:t>
            </a:r>
            <a:r>
              <a:rPr lang="nl-NL" noProof="0" dirty="0" err="1"/>
              <a:t>ulpa</a:t>
            </a:r>
            <a:r>
              <a:rPr lang="nl-NL" noProof="0" dirty="0"/>
              <a:t> </a:t>
            </a:r>
            <a:r>
              <a:rPr lang="nl-NL" noProof="0" dirty="0" err="1"/>
              <a:t>vitas</a:t>
            </a:r>
            <a:r>
              <a:rPr lang="nl-NL" noProof="0" dirty="0"/>
              <a:t> </a:t>
            </a:r>
            <a:r>
              <a:rPr lang="nl-NL" noProof="0" dirty="0" err="1"/>
              <a:t>aut</a:t>
            </a:r>
            <a:r>
              <a:rPr lang="nl-NL" noProof="0" dirty="0"/>
              <a:t> </a:t>
            </a:r>
            <a:r>
              <a:rPr lang="nl-NL" noProof="0" dirty="0" err="1"/>
              <a:t>quia</a:t>
            </a:r>
            <a:r>
              <a:rPr lang="nl-NL" noProof="0" dirty="0"/>
              <a:t> </a:t>
            </a:r>
            <a:r>
              <a:rPr lang="nl-NL" noProof="0" dirty="0" err="1"/>
              <a:t>doluptio</a:t>
            </a:r>
            <a:r>
              <a:rPr lang="nl-NL" noProof="0" dirty="0"/>
              <a:t> </a:t>
            </a:r>
            <a:r>
              <a:rPr lang="nl-NL" noProof="0" dirty="0" err="1"/>
              <a:t>iduciis</a:t>
            </a:r>
            <a:r>
              <a:rPr lang="nl-NL" noProof="0" dirty="0"/>
              <a:t> </a:t>
            </a:r>
            <a:r>
              <a:rPr lang="nl-NL" noProof="0" dirty="0" err="1"/>
              <a:t>sedis</a:t>
            </a:r>
            <a:r>
              <a:rPr lang="nl-NL" noProof="0" dirty="0"/>
              <a:t> </a:t>
            </a:r>
            <a:r>
              <a:rPr lang="nl-NL" noProof="0" dirty="0" err="1"/>
              <a:t>sitat</a:t>
            </a:r>
            <a:endParaRPr lang="nl-NL" noProof="0" dirty="0"/>
          </a:p>
          <a:p>
            <a:pPr lvl="1"/>
            <a:r>
              <a:rPr lang="nl-NL" noProof="0" dirty="0" err="1"/>
              <a:t>L;ajgda;ldgjs</a:t>
            </a:r>
            <a:endParaRPr lang="nl-NL" noProof="0" dirty="0"/>
          </a:p>
          <a:p>
            <a:pPr lvl="2"/>
            <a:r>
              <a:rPr lang="nl-NL" noProof="0" dirty="0" err="1"/>
              <a:t>Lkadghjs;aoigdhsj</a:t>
            </a:r>
            <a:endParaRPr lang="nl-NL" noProof="0" dirty="0"/>
          </a:p>
          <a:p>
            <a:pPr lvl="3"/>
            <a:r>
              <a:rPr lang="nl-NL" noProof="0" dirty="0"/>
              <a:t>;</a:t>
            </a:r>
            <a:r>
              <a:rPr lang="nl-NL" noProof="0" dirty="0" err="1"/>
              <a:t>lasijdf;alkgdjs</a:t>
            </a:r>
            <a:endParaRPr lang="nl-NL" noProof="0" dirty="0"/>
          </a:p>
          <a:p>
            <a:pPr lvl="4"/>
            <a:r>
              <a:rPr lang="nl-NL" noProof="0" dirty="0"/>
              <a:t>;</a:t>
            </a:r>
            <a:r>
              <a:rPr lang="nl-NL" noProof="0" dirty="0" err="1"/>
              <a:t>ladsgjlasdkgj</a:t>
            </a:r>
            <a:endParaRPr lang="nl-NL" noProof="0" dirty="0"/>
          </a:p>
          <a:p>
            <a:pPr lvl="5"/>
            <a:r>
              <a:rPr lang="nl-NL" noProof="0" dirty="0" err="1"/>
              <a:t>A;lgdkj;asldgjk</a:t>
            </a:r>
            <a:endParaRPr lang="nl-NL" noProof="0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F32CC2A-17BB-CD45-B2DF-2168F4DC78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98" y="6001200"/>
            <a:ext cx="172800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60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eft, image r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97363" y="368300"/>
            <a:ext cx="7561262" cy="5632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7AE5D3-2C03-CD49-8B96-489B7649C6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138" y="371475"/>
            <a:ext cx="3635375" cy="1080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2300" b="1" i="0" smtClean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34EE854C-23EF-BD45-A084-2AE0D43591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7513" y="1664209"/>
            <a:ext cx="3636000" cy="4238714"/>
          </a:xfrm>
          <a:prstGeom prst="rect">
            <a:avLst/>
          </a:prstGeom>
        </p:spPr>
        <p:txBody>
          <a:bodyPr bIns="0" anchor="b" anchorCtr="0"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nl-NL" sz="2200" b="0" i="0" kern="1200" baseline="0" dirty="0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Molorepudit</a:t>
            </a:r>
            <a:r>
              <a:rPr lang="nl-NL" dirty="0"/>
              <a:t> </a:t>
            </a:r>
            <a:r>
              <a:rPr lang="nl-NL" dirty="0" err="1"/>
              <a:t>ressimus</a:t>
            </a:r>
            <a:r>
              <a:rPr lang="nl-NL" dirty="0"/>
              <a:t> </a:t>
            </a:r>
            <a:r>
              <a:rPr lang="nl-NL" dirty="0" err="1"/>
              <a:t>exeri</a:t>
            </a:r>
            <a:r>
              <a:rPr lang="nl-NL" dirty="0"/>
              <a:t> </a:t>
            </a:r>
            <a:r>
              <a:rPr lang="nl-NL" dirty="0" err="1"/>
              <a:t>nus</a:t>
            </a:r>
            <a:r>
              <a:rPr lang="nl-NL" dirty="0"/>
              <a:t> et </a:t>
            </a:r>
            <a:r>
              <a:rPr lang="nl-NL" dirty="0" err="1"/>
              <a:t>ipienda</a:t>
            </a:r>
            <a:r>
              <a:rPr lang="nl-NL" dirty="0"/>
              <a:t> et </a:t>
            </a:r>
            <a:r>
              <a:rPr lang="nl-NL" dirty="0" err="1"/>
              <a:t>adiantot</a:t>
            </a:r>
            <a:r>
              <a:rPr lang="nl-NL" dirty="0"/>
              <a:t> </a:t>
            </a:r>
            <a:r>
              <a:rPr lang="nl-NL" dirty="0" err="1"/>
              <a:t>Ique</a:t>
            </a:r>
            <a:r>
              <a:rPr lang="nl-NL" dirty="0"/>
              <a:t> </a:t>
            </a:r>
            <a:r>
              <a:rPr lang="nl-NL" dirty="0" err="1"/>
              <a:t>niminti</a:t>
            </a:r>
            <a:r>
              <a:rPr lang="nl-NL" dirty="0"/>
              <a:t> </a:t>
            </a:r>
            <a:r>
              <a:rPr lang="nl-NL" dirty="0" err="1"/>
              <a:t>nonsendaecae</a:t>
            </a:r>
            <a:r>
              <a:rPr lang="nl-NL" dirty="0"/>
              <a:t> </a:t>
            </a:r>
            <a:r>
              <a:rPr lang="nl-NL" dirty="0" err="1"/>
              <a:t>volor</a:t>
            </a:r>
            <a:r>
              <a:rPr lang="nl-NL" dirty="0"/>
              <a:t> a ad et ut </a:t>
            </a:r>
            <a:r>
              <a:rPr lang="nl-NL" dirty="0" err="1"/>
              <a:t>eum</a:t>
            </a:r>
            <a:r>
              <a:rPr lang="nl-NL" dirty="0"/>
              <a:t> se pos mos </a:t>
            </a:r>
            <a:r>
              <a:rPr lang="nl-NL" dirty="0" err="1"/>
              <a:t>sed</a:t>
            </a:r>
            <a:r>
              <a:rPr lang="nl-NL" dirty="0"/>
              <a:t> </a:t>
            </a:r>
            <a:r>
              <a:rPr lang="nl-NL" dirty="0" err="1"/>
              <a:t>ulpa</a:t>
            </a:r>
            <a:r>
              <a:rPr lang="nl-NL" dirty="0"/>
              <a:t> </a:t>
            </a:r>
            <a:r>
              <a:rPr lang="nl-NL" dirty="0" err="1"/>
              <a:t>vitas</a:t>
            </a:r>
            <a:r>
              <a:rPr lang="nl-NL" dirty="0"/>
              <a:t> </a:t>
            </a:r>
            <a:r>
              <a:rPr lang="nl-NL" dirty="0" err="1"/>
              <a:t>aut</a:t>
            </a:r>
            <a:r>
              <a:rPr lang="nl-NL" dirty="0"/>
              <a:t> </a:t>
            </a:r>
            <a:r>
              <a:rPr lang="nl-NL" dirty="0" err="1"/>
              <a:t>quia</a:t>
            </a:r>
            <a:r>
              <a:rPr lang="nl-NL" dirty="0"/>
              <a:t> </a:t>
            </a:r>
            <a:r>
              <a:rPr lang="nl-NL" dirty="0" err="1"/>
              <a:t>doluptio</a:t>
            </a:r>
            <a:r>
              <a:rPr lang="nl-NL" dirty="0"/>
              <a:t> </a:t>
            </a:r>
            <a:r>
              <a:rPr lang="nl-NL" dirty="0" err="1"/>
              <a:t>iduciis</a:t>
            </a:r>
            <a:r>
              <a:rPr lang="nl-NL" dirty="0"/>
              <a:t> </a:t>
            </a:r>
            <a:r>
              <a:rPr lang="nl-NL" dirty="0" err="1"/>
              <a:t>sedis</a:t>
            </a:r>
            <a:r>
              <a:rPr lang="nl-NL" dirty="0"/>
              <a:t> </a:t>
            </a:r>
            <a:r>
              <a:rPr lang="nl-NL" dirty="0" err="1"/>
              <a:t>sitat</a:t>
            </a:r>
            <a:r>
              <a:rPr lang="nl-NL" dirty="0"/>
              <a:t> es </a:t>
            </a:r>
            <a:r>
              <a:rPr lang="nl-NL" dirty="0" err="1"/>
              <a:t>nihition</a:t>
            </a:r>
            <a:r>
              <a:rPr lang="nl-NL" dirty="0"/>
              <a:t> </a:t>
            </a:r>
            <a:r>
              <a:rPr lang="nl-NL" dirty="0" err="1"/>
              <a:t>nonsecturi</a:t>
            </a:r>
            <a:r>
              <a:rPr lang="nl-NL" dirty="0"/>
              <a:t> </a:t>
            </a:r>
            <a:r>
              <a:rPr lang="nl-NL" dirty="0" err="1"/>
              <a:t>officidis</a:t>
            </a:r>
            <a:r>
              <a:rPr lang="nl-NL" dirty="0"/>
              <a:t> ex et que </a:t>
            </a:r>
            <a:r>
              <a:rPr lang="nl-NL" dirty="0" err="1"/>
              <a:t>esecto</a:t>
            </a:r>
            <a:r>
              <a:rPr lang="nl-NL" dirty="0"/>
              <a:t> </a:t>
            </a:r>
            <a:r>
              <a:rPr lang="nl-NL" dirty="0" err="1"/>
              <a:t>dolorumenis</a:t>
            </a:r>
            <a:r>
              <a:rPr lang="nl-NL" dirty="0"/>
              <a:t> </a:t>
            </a:r>
            <a:r>
              <a:rPr lang="nl-NL" dirty="0" err="1"/>
              <a:t>aritat</a:t>
            </a:r>
            <a:r>
              <a:rPr lang="nl-NL" dirty="0"/>
              <a:t> et. </a:t>
            </a:r>
            <a:br>
              <a:rPr lang="nl-NL" dirty="0"/>
            </a:br>
            <a:r>
              <a:rPr lang="nl-NL" dirty="0"/>
              <a:t>&lt;Max. 40 </a:t>
            </a:r>
            <a:r>
              <a:rPr lang="nl-NL" dirty="0" err="1"/>
              <a:t>words</a:t>
            </a:r>
            <a:r>
              <a:rPr lang="nl-NL" dirty="0"/>
              <a:t>&gt;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760B84C-247F-3141-8C40-3E7AE153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20" y="6153579"/>
            <a:ext cx="636727" cy="3744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C61B29B-264F-5240-8184-C7596CA2424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307782" y="6157899"/>
            <a:ext cx="836138" cy="37008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A181F1F5-9D59-D74E-BB09-11CEE73B4FED}" type="datetime1">
              <a:rPr lang="nl-NL" smtClean="0"/>
              <a:pPr/>
              <a:t>11-5-2026</a:t>
            </a:fld>
            <a:endParaRPr lang="en-US" dirty="0"/>
          </a:p>
        </p:txBody>
      </p:sp>
      <p:sp>
        <p:nvSpPr>
          <p:cNvPr id="14" name="Tijdelijke aanduiding voor tekst 8">
            <a:extLst>
              <a:ext uri="{FF2B5EF4-FFF2-40B4-BE49-F238E27FC236}">
                <a16:creationId xmlns:a16="http://schemas.microsoft.com/office/drawing/2014/main" id="{561A25B4-AA55-9641-86CA-99BEF84FCA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7362" y="6155901"/>
            <a:ext cx="5592351" cy="399492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lang="nl-NL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 algn="r"/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footer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04DE4B1E-CE21-3E49-BBF8-90C90F13B4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98" y="6001200"/>
            <a:ext cx="172800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91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left, text r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6550" y="371475"/>
            <a:ext cx="7561262" cy="56058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219C4ACB-0E7C-2E49-975D-15A9366B7B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41243" y="371475"/>
            <a:ext cx="3616761" cy="1080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2300" b="1" i="0" smtClean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82AB650-E7FC-9C49-B3D3-F486696077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1242" y="1627632"/>
            <a:ext cx="3617383" cy="4349656"/>
          </a:xfrm>
          <a:prstGeom prst="rect">
            <a:avLst/>
          </a:prstGeom>
        </p:spPr>
        <p:txBody>
          <a:bodyPr bIns="0" anchor="b" anchorCtr="0"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None/>
              <a:tabLst/>
              <a:defRPr lang="nl-NL" sz="2200" b="0" i="0" smtClean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Pos mos </a:t>
            </a:r>
            <a:r>
              <a:rPr lang="nl-NL" dirty="0" err="1"/>
              <a:t>sed</a:t>
            </a:r>
            <a:r>
              <a:rPr lang="nl-NL" dirty="0"/>
              <a:t> </a:t>
            </a:r>
            <a:r>
              <a:rPr lang="nl-NL" dirty="0" err="1"/>
              <a:t>ulpa</a:t>
            </a:r>
            <a:r>
              <a:rPr lang="nl-NL" dirty="0"/>
              <a:t> </a:t>
            </a:r>
            <a:r>
              <a:rPr lang="nl-NL" dirty="0" err="1"/>
              <a:t>vitas</a:t>
            </a:r>
            <a:br>
              <a:rPr lang="nl-NL" dirty="0"/>
            </a:br>
            <a:r>
              <a:rPr lang="nl-NL" dirty="0" err="1"/>
              <a:t>Volor</a:t>
            </a:r>
            <a:r>
              <a:rPr lang="nl-NL" dirty="0"/>
              <a:t> a ad et ut </a:t>
            </a:r>
            <a:r>
              <a:rPr lang="nl-NL" dirty="0" err="1"/>
              <a:t>eum</a:t>
            </a:r>
            <a:r>
              <a:rPr lang="nl-NL" dirty="0"/>
              <a:t> se pos mos </a:t>
            </a:r>
            <a:r>
              <a:rPr lang="nl-NL" dirty="0" err="1"/>
              <a:t>sed</a:t>
            </a:r>
            <a:r>
              <a:rPr lang="nl-NL" dirty="0"/>
              <a:t> </a:t>
            </a:r>
            <a:r>
              <a:rPr lang="nl-NL" dirty="0" err="1"/>
              <a:t>ulpa</a:t>
            </a:r>
            <a:r>
              <a:rPr lang="nl-NL" dirty="0"/>
              <a:t> </a:t>
            </a:r>
            <a:r>
              <a:rPr lang="nl-NL" dirty="0" err="1"/>
              <a:t>vitas</a:t>
            </a:r>
            <a:r>
              <a:rPr lang="nl-NL" dirty="0"/>
              <a:t> </a:t>
            </a:r>
            <a:r>
              <a:rPr lang="nl-NL" dirty="0" err="1"/>
              <a:t>aut</a:t>
            </a:r>
            <a:r>
              <a:rPr lang="nl-NL" dirty="0"/>
              <a:t> </a:t>
            </a:r>
            <a:r>
              <a:rPr lang="nl-NL" dirty="0" err="1"/>
              <a:t>quia</a:t>
            </a:r>
            <a:r>
              <a:rPr lang="nl-NL" dirty="0"/>
              <a:t> </a:t>
            </a:r>
            <a:r>
              <a:rPr lang="nl-NL" dirty="0" err="1"/>
              <a:t>doluptioMolorepudit</a:t>
            </a:r>
            <a:r>
              <a:rPr lang="nl-NL" dirty="0"/>
              <a:t> </a:t>
            </a:r>
            <a:r>
              <a:rPr lang="nl-NL" dirty="0" err="1"/>
              <a:t>ressimus</a:t>
            </a:r>
            <a:r>
              <a:rPr lang="nl-NL" dirty="0"/>
              <a:t> </a:t>
            </a:r>
            <a:r>
              <a:rPr lang="nl-NL" dirty="0" err="1"/>
              <a:t>exeri</a:t>
            </a:r>
            <a:r>
              <a:rPr lang="nl-NL" dirty="0"/>
              <a:t> </a:t>
            </a:r>
            <a:r>
              <a:rPr lang="nl-NL" dirty="0" err="1"/>
              <a:t>nus</a:t>
            </a:r>
            <a:r>
              <a:rPr lang="nl-NL" dirty="0"/>
              <a:t> et </a:t>
            </a:r>
            <a:r>
              <a:rPr lang="nl-NL" dirty="0" err="1"/>
              <a:t>ipiendaMos</a:t>
            </a:r>
            <a:r>
              <a:rPr lang="nl-NL" dirty="0"/>
              <a:t> </a:t>
            </a:r>
            <a:r>
              <a:rPr lang="nl-NL" dirty="0" err="1"/>
              <a:t>sed</a:t>
            </a:r>
            <a:r>
              <a:rPr lang="nl-NL" dirty="0"/>
              <a:t> </a:t>
            </a:r>
            <a:r>
              <a:rPr lang="nl-NL" dirty="0" err="1"/>
              <a:t>ulpa</a:t>
            </a:r>
            <a:r>
              <a:rPr lang="nl-NL" dirty="0"/>
              <a:t> </a:t>
            </a:r>
            <a:r>
              <a:rPr lang="nl-NL" dirty="0" err="1"/>
              <a:t>vitas</a:t>
            </a:r>
            <a:r>
              <a:rPr lang="nl-NL" dirty="0"/>
              <a:t> </a:t>
            </a:r>
            <a:r>
              <a:rPr lang="nl-NL" dirty="0" err="1"/>
              <a:t>aut</a:t>
            </a:r>
            <a:r>
              <a:rPr lang="nl-NL" dirty="0"/>
              <a:t> </a:t>
            </a:r>
            <a:r>
              <a:rPr lang="nl-NL" dirty="0" err="1"/>
              <a:t>quia</a:t>
            </a:r>
            <a:r>
              <a:rPr lang="nl-NL" dirty="0"/>
              <a:t> </a:t>
            </a:r>
            <a:r>
              <a:rPr lang="nl-NL" dirty="0" err="1"/>
              <a:t>doluptio</a:t>
            </a:r>
            <a:r>
              <a:rPr lang="nl-NL" dirty="0"/>
              <a:t> </a:t>
            </a:r>
            <a:r>
              <a:rPr lang="nl-NL" dirty="0" err="1"/>
              <a:t>iduciis</a:t>
            </a:r>
            <a:r>
              <a:rPr lang="nl-NL" dirty="0"/>
              <a:t> </a:t>
            </a:r>
            <a:r>
              <a:rPr lang="nl-NL" dirty="0" err="1"/>
              <a:t>sedis</a:t>
            </a:r>
            <a:r>
              <a:rPr lang="nl-NL" dirty="0"/>
              <a:t> </a:t>
            </a:r>
            <a:r>
              <a:rPr lang="nl-NL" dirty="0" err="1"/>
              <a:t>sitat</a:t>
            </a:r>
            <a:r>
              <a:rPr lang="nl-NL" dirty="0"/>
              <a:t> es </a:t>
            </a:r>
            <a:r>
              <a:rPr lang="nl-NL" dirty="0" err="1"/>
              <a:t>nihition</a:t>
            </a:r>
            <a:r>
              <a:rPr lang="nl-NL" dirty="0"/>
              <a:t> </a:t>
            </a:r>
            <a:r>
              <a:rPr lang="nl-NL" dirty="0" err="1"/>
              <a:t>nonsecturi</a:t>
            </a:r>
            <a:r>
              <a:rPr lang="nl-NL" dirty="0"/>
              <a:t> </a:t>
            </a:r>
            <a:r>
              <a:rPr lang="nl-NL" dirty="0" err="1"/>
              <a:t>officidis</a:t>
            </a:r>
            <a:r>
              <a:rPr lang="nl-NL" dirty="0"/>
              <a:t> ex et que </a:t>
            </a:r>
            <a:r>
              <a:rPr lang="nl-NL" dirty="0" err="1"/>
              <a:t>esect</a:t>
            </a:r>
            <a:r>
              <a:rPr lang="nl-NL" dirty="0"/>
              <a:t>. &lt;Max. 40 </a:t>
            </a:r>
            <a:r>
              <a:rPr lang="nl-NL" dirty="0" err="1"/>
              <a:t>words</a:t>
            </a:r>
            <a:r>
              <a:rPr lang="nl-NL" dirty="0"/>
              <a:t>&gt; 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6AAD45F-3C55-C044-91B3-E1560A47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20" y="6153579"/>
            <a:ext cx="636727" cy="3744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B42BF7E-F6A8-DD46-85A4-4A4BBF6B5BFD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307782" y="6157899"/>
            <a:ext cx="836138" cy="37008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7B3CC622-4F1B-3B4F-8E1C-B87C73C77C26}" type="datetime1">
              <a:rPr lang="nl-NL" smtClean="0"/>
              <a:pPr/>
              <a:t>11-5-2026</a:t>
            </a:fld>
            <a:endParaRPr lang="en-US" dirty="0"/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E37090EC-5A01-1147-8DFE-61290B6406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4702" y="6155901"/>
            <a:ext cx="5905012" cy="399492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lang="nl-NL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 algn="r"/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footer</a:t>
            </a:r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81E7A55-123C-F94C-A6FF-591150866D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98" y="6001200"/>
            <a:ext cx="172800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34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 imag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6551" y="368300"/>
            <a:ext cx="11522074" cy="6121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</p:spTree>
    <p:extLst>
      <p:ext uri="{BB962C8B-B14F-4D97-AF65-F5344CB8AC3E}">
        <p14:creationId xmlns:p14="http://schemas.microsoft.com/office/powerpoint/2010/main" val="1664076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 image + captio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6551" y="368300"/>
            <a:ext cx="11522074" cy="55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644E85E-CA6A-F844-A413-BC9479C4FF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6550" y="5948300"/>
            <a:ext cx="11522075" cy="541399"/>
          </a:xfrm>
          <a:prstGeom prst="rect">
            <a:avLst/>
          </a:prstGeom>
        </p:spPr>
        <p:txBody>
          <a:bodyPr lIns="0" bIns="0" anchor="b" anchorCtr="0"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nl-NL" sz="1200" b="0" i="0" smtClean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Itasita</a:t>
            </a:r>
            <a:r>
              <a:rPr lang="nl-NL" dirty="0"/>
              <a:t> </a:t>
            </a:r>
            <a:r>
              <a:rPr lang="nl-NL" dirty="0" err="1"/>
              <a:t>sima</a:t>
            </a:r>
            <a:r>
              <a:rPr lang="nl-NL" dirty="0"/>
              <a:t> </a:t>
            </a:r>
            <a:r>
              <a:rPr lang="nl-NL" dirty="0" err="1"/>
              <a:t>dolor</a:t>
            </a:r>
            <a:r>
              <a:rPr lang="nl-NL" dirty="0"/>
              <a:t> min </a:t>
            </a:r>
            <a:r>
              <a:rPr lang="nl-NL" dirty="0" err="1"/>
              <a:t>evellor</a:t>
            </a:r>
            <a:r>
              <a:rPr lang="nl-NL" dirty="0"/>
              <a:t> </a:t>
            </a:r>
            <a:r>
              <a:rPr lang="nl-NL" dirty="0" err="1"/>
              <a:t>ratum</a:t>
            </a:r>
            <a:r>
              <a:rPr lang="nl-NL" dirty="0"/>
              <a:t> </a:t>
            </a:r>
            <a:r>
              <a:rPr lang="nl-NL" dirty="0" err="1"/>
              <a:t>laciis</a:t>
            </a:r>
            <a:r>
              <a:rPr lang="nl-NL" dirty="0"/>
              <a:t> et </a:t>
            </a:r>
            <a:r>
              <a:rPr lang="nl-NL" dirty="0" err="1"/>
              <a:t>quam</a:t>
            </a:r>
            <a:r>
              <a:rPr lang="nl-NL" dirty="0"/>
              <a:t> </a:t>
            </a:r>
            <a:r>
              <a:rPr lang="nl-NL" dirty="0" err="1"/>
              <a:t>voluptat</a:t>
            </a:r>
            <a:r>
              <a:rPr lang="nl-NL" dirty="0"/>
              <a:t> ut </a:t>
            </a:r>
            <a:r>
              <a:rPr lang="nl-NL" dirty="0" err="1"/>
              <a:t>lanis</a:t>
            </a:r>
            <a:r>
              <a:rPr lang="nl-NL" dirty="0"/>
              <a:t> </a:t>
            </a:r>
            <a:r>
              <a:rPr lang="nl-NL" dirty="0" err="1"/>
              <a:t>nit</a:t>
            </a:r>
            <a:r>
              <a:rPr lang="nl-NL" dirty="0"/>
              <a:t>, </a:t>
            </a:r>
            <a:r>
              <a:rPr lang="nl-NL" dirty="0" err="1"/>
              <a:t>eium</a:t>
            </a:r>
            <a:r>
              <a:rPr lang="nl-NL" dirty="0"/>
              <a:t> </a:t>
            </a:r>
            <a:r>
              <a:rPr lang="nl-NL" dirty="0" err="1"/>
              <a:t>quidus</a:t>
            </a:r>
            <a:r>
              <a:rPr lang="nl-NL" dirty="0"/>
              <a:t>, </a:t>
            </a:r>
            <a:r>
              <a:rPr lang="nl-NL" dirty="0" err="1"/>
              <a:t>quas</a:t>
            </a:r>
            <a:r>
              <a:rPr lang="nl-NL" dirty="0"/>
              <a:t> </a:t>
            </a:r>
            <a:r>
              <a:rPr lang="nl-NL" dirty="0" err="1"/>
              <a:t>nobis</a:t>
            </a:r>
            <a:r>
              <a:rPr lang="nl-NL" dirty="0"/>
              <a:t> </a:t>
            </a:r>
            <a:r>
              <a:rPr lang="nl-NL" dirty="0" err="1"/>
              <a:t>inusam</a:t>
            </a:r>
            <a:r>
              <a:rPr lang="nl-NL" dirty="0"/>
              <a:t> </a:t>
            </a:r>
            <a:r>
              <a:rPr lang="nl-NL" dirty="0" err="1"/>
              <a:t>cuptate</a:t>
            </a:r>
            <a:r>
              <a:rPr lang="nl-NL" dirty="0"/>
              <a:t> </a:t>
            </a:r>
            <a:r>
              <a:rPr lang="nl-NL" dirty="0" err="1"/>
              <a:t>mper</a:t>
            </a:r>
            <a:r>
              <a:rPr lang="nl-NL" dirty="0"/>
              <a:t> </a:t>
            </a:r>
            <a:r>
              <a:rPr lang="nl-NL" dirty="0" err="1"/>
              <a:t>nobit</a:t>
            </a:r>
            <a:r>
              <a:rPr lang="nl-NL" dirty="0"/>
              <a:t> hit </a:t>
            </a:r>
            <a:r>
              <a:rPr lang="nl-NL" dirty="0" err="1"/>
              <a:t>eliquam</a:t>
            </a:r>
            <a:r>
              <a:rPr lang="nl-NL" dirty="0"/>
              <a:t> </a:t>
            </a:r>
            <a:r>
              <a:rPr lang="nl-NL" dirty="0" err="1"/>
              <a:t>cori</a:t>
            </a:r>
            <a:r>
              <a:rPr lang="nl-NL" dirty="0"/>
              <a:t> </a:t>
            </a:r>
            <a:r>
              <a:rPr lang="nl-NL" dirty="0" err="1"/>
              <a:t>voloreicid</a:t>
            </a:r>
            <a:r>
              <a:rPr lang="nl-NL" dirty="0"/>
              <a:t> </a:t>
            </a:r>
            <a:r>
              <a:rPr lang="nl-NL" dirty="0" err="1"/>
              <a:t>mil</a:t>
            </a:r>
            <a:r>
              <a:rPr lang="nl-NL" dirty="0"/>
              <a:t> </a:t>
            </a:r>
            <a:r>
              <a:rPr lang="nl-NL" dirty="0" err="1"/>
              <a:t>minihilis</a:t>
            </a:r>
            <a:r>
              <a:rPr lang="nl-NL" dirty="0"/>
              <a:t> </a:t>
            </a:r>
            <a:r>
              <a:rPr lang="nl-NL" dirty="0" err="1"/>
              <a:t>aut</a:t>
            </a:r>
            <a:r>
              <a:rPr lang="nl-NL" dirty="0"/>
              <a:t> </a:t>
            </a:r>
            <a:r>
              <a:rPr lang="nl-NL" dirty="0" err="1"/>
              <a:t>milit</a:t>
            </a:r>
            <a:r>
              <a:rPr lang="nl-NL" dirty="0"/>
              <a:t> es </a:t>
            </a:r>
            <a:r>
              <a:rPr lang="nl-NL" dirty="0" err="1"/>
              <a:t>sum</a:t>
            </a:r>
            <a:r>
              <a:rPr lang="nl-NL" dirty="0"/>
              <a:t> </a:t>
            </a:r>
            <a:r>
              <a:rPr lang="nl-NL" dirty="0" err="1"/>
              <a:t>eicatet</a:t>
            </a:r>
            <a:r>
              <a:rPr lang="nl-NL" dirty="0"/>
              <a:t> ad mi, </a:t>
            </a:r>
            <a:r>
              <a:rPr lang="nl-NL" dirty="0" err="1"/>
              <a:t>unt</a:t>
            </a:r>
            <a:r>
              <a:rPr lang="nl-NL" dirty="0"/>
              <a:t> </a:t>
            </a:r>
            <a:r>
              <a:rPr lang="nl-NL" dirty="0" err="1"/>
              <a:t>qui</a:t>
            </a:r>
            <a:r>
              <a:rPr lang="nl-NL" dirty="0"/>
              <a:t> </a:t>
            </a:r>
            <a:r>
              <a:rPr lang="nl-NL" dirty="0" err="1"/>
              <a:t>dionseq</a:t>
            </a:r>
            <a:r>
              <a:rPr lang="nl-NL" dirty="0"/>
              <a:t> </a:t>
            </a:r>
            <a:r>
              <a:rPr lang="nl-NL" dirty="0" err="1"/>
              <a:t>uatusae</a:t>
            </a:r>
            <a:r>
              <a:rPr lang="nl-NL" dirty="0"/>
              <a:t> </a:t>
            </a:r>
            <a:r>
              <a:rPr lang="nl-NL" dirty="0" err="1"/>
              <a:t>verferf</a:t>
            </a:r>
            <a:r>
              <a:rPr lang="nl-NL" dirty="0"/>
              <a:t> </a:t>
            </a:r>
            <a:r>
              <a:rPr lang="nl-NL" dirty="0" err="1"/>
              <a:t>erumquunt</a:t>
            </a:r>
            <a:r>
              <a:rPr lang="nl-NL" dirty="0"/>
              <a:t>. &lt; Max. 40 </a:t>
            </a:r>
            <a:r>
              <a:rPr lang="nl-NL" dirty="0" err="1"/>
              <a:t>words</a:t>
            </a:r>
            <a:r>
              <a:rPr lang="nl-NL" dirty="0"/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382896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/ quo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2133EB5A-69B9-1740-8101-0C004BB7D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291" y="1155796"/>
            <a:ext cx="11374640" cy="4452816"/>
          </a:xfrm>
          <a:prstGeom prst="rect">
            <a:avLst/>
          </a:prstGeom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100" b="0" i="1">
                <a:latin typeface="Merriweather Light" pitchFamily="2" charset="77"/>
              </a:defRPr>
            </a:lvl1pPr>
          </a:lstStyle>
          <a:p>
            <a:r>
              <a:rPr lang="en-GB" dirty="0"/>
              <a:t>Chapter title or Quote slide.</a:t>
            </a:r>
            <a:br>
              <a:rPr lang="en-GB" dirty="0"/>
            </a:br>
            <a:r>
              <a:rPr lang="en-GB" dirty="0"/>
              <a:t>(Leave Name </a:t>
            </a:r>
            <a:r>
              <a:rPr lang="en-GB" dirty="0" err="1"/>
              <a:t>Lastname</a:t>
            </a:r>
            <a:r>
              <a:rPr lang="en-GB" dirty="0"/>
              <a:t> and Job title</a:t>
            </a:r>
            <a:br>
              <a:rPr lang="en-GB" dirty="0"/>
            </a:br>
            <a:r>
              <a:rPr lang="en-GB" dirty="0"/>
              <a:t>empty in case of chapter slide.)</a:t>
            </a:r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509A3404-C322-574D-996D-93CFC2296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8225" y="5633664"/>
            <a:ext cx="5038725" cy="217169"/>
          </a:xfrm>
          <a:prstGeom prst="rect">
            <a:avLst/>
          </a:prstGeom>
        </p:spPr>
        <p:txBody>
          <a:bodyPr/>
          <a:lstStyle>
            <a:lvl1pPr algn="ctr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dirty="0"/>
              <a:t>Name </a:t>
            </a:r>
            <a:r>
              <a:rPr lang="nl-NL" dirty="0" err="1"/>
              <a:t>Lastname</a:t>
            </a:r>
            <a:endParaRPr lang="nl-NL" dirty="0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D6F025CA-08AA-BB4D-A7AA-3CD26CC85F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8225" y="5858784"/>
            <a:ext cx="5038725" cy="270592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Job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DEB5F6-0073-B946-A446-E9538CFA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20" y="6153579"/>
            <a:ext cx="636727" cy="3744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134200-6AFB-B94B-A166-5CF002D6FAF1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307782" y="6157899"/>
            <a:ext cx="836138" cy="37008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B9E66B2D-DCF0-BC44-BF42-4058B3BA5E3A}" type="datetime1">
              <a:rPr lang="nl-NL" smtClean="0"/>
              <a:pPr/>
              <a:t>11-5-2026</a:t>
            </a:fld>
            <a:endParaRPr lang="en-US" dirty="0"/>
          </a:p>
        </p:txBody>
      </p:sp>
      <p:sp>
        <p:nvSpPr>
          <p:cNvPr id="12" name="Tijdelijke aanduiding voor tekst 8">
            <a:extLst>
              <a:ext uri="{FF2B5EF4-FFF2-40B4-BE49-F238E27FC236}">
                <a16:creationId xmlns:a16="http://schemas.microsoft.com/office/drawing/2014/main" id="{8A2FD43E-D285-0E41-A7A4-4CAAE375D9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8225" y="6155901"/>
            <a:ext cx="6311489" cy="399492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lang="nl-NL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 algn="r"/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footer</a:t>
            </a:r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5821F0E-29B2-7E40-98AD-8FA7F56A11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98" y="6001200"/>
            <a:ext cx="172800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59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11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4998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/ quote + image r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2133EB5A-69B9-1740-8101-0C004BB7D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138" y="371475"/>
            <a:ext cx="5580062" cy="4320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4100" b="0" i="1" smtClean="0">
                <a:effectLst/>
                <a:latin typeface="Merriweather Light" pitchFamily="2" charset="77"/>
              </a:defRPr>
            </a:lvl1pPr>
          </a:lstStyle>
          <a:p>
            <a:r>
              <a:rPr lang="en-GB" dirty="0"/>
              <a:t>Chapter title or Quote slide. (Leave Name </a:t>
            </a:r>
            <a:r>
              <a:rPr lang="en-GB" dirty="0" err="1"/>
              <a:t>Lastname</a:t>
            </a:r>
            <a:r>
              <a:rPr lang="en-GB" dirty="0"/>
              <a:t> and Job title empty in case of chapter slide.)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76975" y="368301"/>
            <a:ext cx="5581650" cy="5632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6" name="Tijdelijke aanduiding voor tekst 32">
            <a:extLst>
              <a:ext uri="{FF2B5EF4-FFF2-40B4-BE49-F238E27FC236}">
                <a16:creationId xmlns:a16="http://schemas.microsoft.com/office/drawing/2014/main" id="{8A6E6E10-CABC-FF47-8209-224B9E9C5A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138" y="5499919"/>
            <a:ext cx="5580062" cy="217169"/>
          </a:xfrm>
          <a:prstGeom prst="rect">
            <a:avLst/>
          </a:prstGeom>
        </p:spPr>
        <p:txBody>
          <a:bodyPr/>
          <a:lstStyle>
            <a:lvl1pPr algn="l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dirty="0"/>
              <a:t>Name </a:t>
            </a:r>
            <a:r>
              <a:rPr lang="nl-NL" dirty="0" err="1"/>
              <a:t>Lastname</a:t>
            </a:r>
            <a:endParaRPr lang="nl-NL" dirty="0"/>
          </a:p>
        </p:txBody>
      </p:sp>
      <p:sp>
        <p:nvSpPr>
          <p:cNvPr id="7" name="Tijdelijke aanduiding voor tekst 34">
            <a:extLst>
              <a:ext uri="{FF2B5EF4-FFF2-40B4-BE49-F238E27FC236}">
                <a16:creationId xmlns:a16="http://schemas.microsoft.com/office/drawing/2014/main" id="{79749A39-F36C-EA43-9B19-3B58CEBDFC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138" y="5717088"/>
            <a:ext cx="5580062" cy="270592"/>
          </a:xfrm>
          <a:prstGeom prst="rect">
            <a:avLst/>
          </a:prstGeom>
        </p:spPr>
        <p:txBody>
          <a:bodyPr/>
          <a:lstStyle>
            <a:lvl1pPr algn="l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Job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F143C30-4B6F-6A47-85EC-1B810C49C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20" y="6153579"/>
            <a:ext cx="636727" cy="3744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379389-C5B3-A247-99E3-83313FD6C20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307782" y="6157899"/>
            <a:ext cx="836138" cy="37008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DD0D20D3-4E24-714A-8323-EE8A79A6F84C}" type="datetime1">
              <a:rPr lang="nl-NL" smtClean="0"/>
              <a:pPr/>
              <a:t>11-5-2026</a:t>
            </a:fld>
            <a:endParaRPr lang="en-US" dirty="0"/>
          </a:p>
        </p:txBody>
      </p:sp>
      <p:sp>
        <p:nvSpPr>
          <p:cNvPr id="15" name="Tijdelijke aanduiding voor tekst 8">
            <a:extLst>
              <a:ext uri="{FF2B5EF4-FFF2-40B4-BE49-F238E27FC236}">
                <a16:creationId xmlns:a16="http://schemas.microsoft.com/office/drawing/2014/main" id="{82173E43-1EFE-B14E-98E5-2C5C219D2F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4702" y="6155901"/>
            <a:ext cx="5905012" cy="399492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lang="nl-NL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 algn="r"/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footer</a:t>
            </a:r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8B0D937B-0B22-CC4B-8D2E-4A546AF095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98" y="6001200"/>
            <a:ext cx="172800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999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/ quote + image lef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2133EB5A-69B9-1740-8101-0C004BB7D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78563" y="371475"/>
            <a:ext cx="5580062" cy="4320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4100" b="0" i="1" smtClean="0">
                <a:effectLst/>
                <a:latin typeface="Merriweather Light" pitchFamily="2" charset="77"/>
              </a:defRPr>
            </a:lvl1pPr>
          </a:lstStyle>
          <a:p>
            <a:r>
              <a:rPr lang="en-GB" dirty="0"/>
              <a:t>Chapter title or Quote slide. (Leave Name </a:t>
            </a:r>
            <a:r>
              <a:rPr lang="en-GB" dirty="0" err="1"/>
              <a:t>Lastname</a:t>
            </a:r>
            <a:r>
              <a:rPr lang="en-GB" dirty="0"/>
              <a:t> and Job title empty in case of chapter slide.)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6550" y="368301"/>
            <a:ext cx="5581650" cy="5632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Click icon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image</a:t>
            </a:r>
          </a:p>
        </p:txBody>
      </p:sp>
      <p:sp>
        <p:nvSpPr>
          <p:cNvPr id="6" name="Tijdelijke aanduiding voor tekst 32">
            <a:extLst>
              <a:ext uri="{FF2B5EF4-FFF2-40B4-BE49-F238E27FC236}">
                <a16:creationId xmlns:a16="http://schemas.microsoft.com/office/drawing/2014/main" id="{8A6E6E10-CABC-FF47-8209-224B9E9C5A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8563" y="5501465"/>
            <a:ext cx="5580062" cy="217169"/>
          </a:xfrm>
          <a:prstGeom prst="rect">
            <a:avLst/>
          </a:prstGeom>
        </p:spPr>
        <p:txBody>
          <a:bodyPr/>
          <a:lstStyle>
            <a:lvl1pPr algn="l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 dirty="0"/>
              <a:t>Name </a:t>
            </a:r>
            <a:r>
              <a:rPr lang="nl-NL" dirty="0" err="1"/>
              <a:t>Lastname</a:t>
            </a:r>
            <a:endParaRPr lang="nl-NL" dirty="0"/>
          </a:p>
        </p:txBody>
      </p:sp>
      <p:sp>
        <p:nvSpPr>
          <p:cNvPr id="7" name="Tijdelijke aanduiding voor tekst 34">
            <a:extLst>
              <a:ext uri="{FF2B5EF4-FFF2-40B4-BE49-F238E27FC236}">
                <a16:creationId xmlns:a16="http://schemas.microsoft.com/office/drawing/2014/main" id="{79749A39-F36C-EA43-9B19-3B58CEBDFC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8563" y="5718634"/>
            <a:ext cx="5580062" cy="270592"/>
          </a:xfrm>
          <a:prstGeom prst="rect">
            <a:avLst/>
          </a:prstGeom>
        </p:spPr>
        <p:txBody>
          <a:bodyPr/>
          <a:lstStyle>
            <a:lvl1pPr algn="l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/>
              <a:t>Job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567E415-AA32-1A48-9C12-DB48887FE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20" y="6153579"/>
            <a:ext cx="636727" cy="3744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8E1C565-7095-754D-BC67-C3D5F97BDC77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307782" y="6157899"/>
            <a:ext cx="836138" cy="37008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958564DC-F7C0-F049-A3B8-601D6362FD3D}" type="datetime1">
              <a:rPr lang="nl-NL" smtClean="0"/>
              <a:pPr/>
              <a:t>11-5-2026</a:t>
            </a:fld>
            <a:endParaRPr lang="en-US" dirty="0"/>
          </a:p>
        </p:txBody>
      </p:sp>
      <p:sp>
        <p:nvSpPr>
          <p:cNvPr id="14" name="Tijdelijke aanduiding voor tekst 8">
            <a:extLst>
              <a:ext uri="{FF2B5EF4-FFF2-40B4-BE49-F238E27FC236}">
                <a16:creationId xmlns:a16="http://schemas.microsoft.com/office/drawing/2014/main" id="{B779518F-EE7A-F041-8E8F-15012A333B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4702" y="6155901"/>
            <a:ext cx="5905012" cy="399492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lang="nl-NL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 algn="r"/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footer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57EF5C4-F8A6-B844-90B2-E684381C95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98" y="6001200"/>
            <a:ext cx="172800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371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claimer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755B650-4C4B-DB43-9362-644AE51E4B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9688" y="2439285"/>
            <a:ext cx="6935798" cy="197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545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9" pos="5134" userDrawn="1">
          <p15:clr>
            <a:srgbClr val="FBAE40"/>
          </p15:clr>
        </p15:guide>
        <p15:guide id="20" pos="5043" userDrawn="1">
          <p15:clr>
            <a:srgbClr val="FBAE40"/>
          </p15:clr>
        </p15:guide>
        <p15:guide id="21" orient="horz" pos="377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sclaimer + partner logos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2">
            <a:extLst>
              <a:ext uri="{FF2B5EF4-FFF2-40B4-BE49-F238E27FC236}">
                <a16:creationId xmlns:a16="http://schemas.microsoft.com/office/drawing/2014/main" id="{1D991A62-E01F-E54B-A328-D362A4A2C84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337821" y="4117423"/>
            <a:ext cx="2438892" cy="101267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13" name="Tijdelijke aanduiding voor afbeelding 2">
            <a:extLst>
              <a:ext uri="{FF2B5EF4-FFF2-40B4-BE49-F238E27FC236}">
                <a16:creationId xmlns:a16="http://schemas.microsoft.com/office/drawing/2014/main" id="{DE0738DE-9B04-A740-B24F-5EB0EA94D02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877360" y="4117423"/>
            <a:ext cx="2438892" cy="101267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14" name="Tijdelijke aanduiding voor afbeelding 2">
            <a:extLst>
              <a:ext uri="{FF2B5EF4-FFF2-40B4-BE49-F238E27FC236}">
                <a16:creationId xmlns:a16="http://schemas.microsoft.com/office/drawing/2014/main" id="{9CDE3710-CB05-EF40-AEBB-B6EC6AE819D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404551" y="4117423"/>
            <a:ext cx="2438892" cy="101267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15" name="Tijdelijke aanduiding voor tekst 34">
            <a:extLst>
              <a:ext uri="{FF2B5EF4-FFF2-40B4-BE49-F238E27FC236}">
                <a16:creationId xmlns:a16="http://schemas.microsoft.com/office/drawing/2014/main" id="{89D9D0FC-A395-BD42-AA2B-081FF7FFDA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17519" y="3740461"/>
            <a:ext cx="7560136" cy="2705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2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GB" noProof="0" dirty="0"/>
              <a:t>Partners</a:t>
            </a:r>
          </a:p>
        </p:txBody>
      </p:sp>
      <p:sp>
        <p:nvSpPr>
          <p:cNvPr id="16" name="Tijdelijke aanduiding voor afbeelding 2">
            <a:extLst>
              <a:ext uri="{FF2B5EF4-FFF2-40B4-BE49-F238E27FC236}">
                <a16:creationId xmlns:a16="http://schemas.microsoft.com/office/drawing/2014/main" id="{CC45545A-1D73-8743-897A-0393E2EED1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348607" y="5244036"/>
            <a:ext cx="2438892" cy="101267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17" name="Tijdelijke aanduiding voor afbeelding 2">
            <a:extLst>
              <a:ext uri="{FF2B5EF4-FFF2-40B4-BE49-F238E27FC236}">
                <a16:creationId xmlns:a16="http://schemas.microsoft.com/office/drawing/2014/main" id="{3364D146-E21C-C44C-834E-17D6716679F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877360" y="5244036"/>
            <a:ext cx="2438892" cy="101267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28" name="Tijdelijke aanduiding voor afbeelding 2">
            <a:extLst>
              <a:ext uri="{FF2B5EF4-FFF2-40B4-BE49-F238E27FC236}">
                <a16:creationId xmlns:a16="http://schemas.microsoft.com/office/drawing/2014/main" id="{B0E5F3CD-B8BF-1B4F-9F8D-374DA06112E1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06113" y="5244036"/>
            <a:ext cx="2438892" cy="101267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logo </a:t>
            </a:r>
            <a:r>
              <a:rPr lang="nl-NL" dirty="0" err="1"/>
              <a:t>here</a:t>
            </a:r>
            <a:endParaRPr lang="nl-NL" dirty="0"/>
          </a:p>
        </p:txBody>
      </p:sp>
      <p:cxnSp>
        <p:nvCxnSpPr>
          <p:cNvPr id="29" name="Rechte verbindingslijn 28">
            <a:extLst>
              <a:ext uri="{FF2B5EF4-FFF2-40B4-BE49-F238E27FC236}">
                <a16:creationId xmlns:a16="http://schemas.microsoft.com/office/drawing/2014/main" id="{A9658BFD-DB20-3B48-B09B-BDB5E90A0185}"/>
              </a:ext>
            </a:extLst>
          </p:cNvPr>
          <p:cNvCxnSpPr>
            <a:cxnSpLocks/>
          </p:cNvCxnSpPr>
          <p:nvPr userDrawn="1"/>
        </p:nvCxnSpPr>
        <p:spPr>
          <a:xfrm>
            <a:off x="2317519" y="4011053"/>
            <a:ext cx="7560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Afbeelding 29">
            <a:extLst>
              <a:ext uri="{FF2B5EF4-FFF2-40B4-BE49-F238E27FC236}">
                <a16:creationId xmlns:a16="http://schemas.microsoft.com/office/drawing/2014/main" id="{B31DADD5-EB9E-924E-AC0D-FDD19E3E11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1837" y="1816100"/>
            <a:ext cx="56515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325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9" pos="5134" userDrawn="1">
          <p15:clr>
            <a:srgbClr val="FBAE40"/>
          </p15:clr>
        </p15:guide>
        <p15:guide id="20" pos="5043" userDrawn="1">
          <p15:clr>
            <a:srgbClr val="FBAE40"/>
          </p15:clr>
        </p15:guide>
        <p15:guide id="21" orient="horz" pos="377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g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17F5A37-71A6-7648-B86D-E370B5FD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20" y="6153579"/>
            <a:ext cx="636727" cy="3744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B21BF-F69C-4C4D-ACDF-4BB8E2687B11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307782" y="6157899"/>
            <a:ext cx="836138" cy="37008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 b="0" i="0">
                <a:latin typeface="Open Sans Light" panose="020B0306030504020204" pitchFamily="34" charset="0"/>
                <a:ea typeface="Open Sans" panose="020B0606030504020204" pitchFamily="34" charset="0"/>
                <a:cs typeface="Open Sans Light" panose="020B0306030504020204" pitchFamily="34" charset="0"/>
              </a:defRPr>
            </a:lvl1pPr>
          </a:lstStyle>
          <a:p>
            <a:fld id="{B7D5C09E-8307-A94F-B5D6-5384B5398FCA}" type="datetime1">
              <a:rPr lang="nl-NL" smtClean="0"/>
              <a:pPr/>
              <a:t>11-5-2026</a:t>
            </a:fld>
            <a:endParaRPr lang="en-US" dirty="0"/>
          </a:p>
        </p:txBody>
      </p:sp>
      <p:sp>
        <p:nvSpPr>
          <p:cNvPr id="5" name="Tijdelijke aanduiding voor tekst 8">
            <a:extLst>
              <a:ext uri="{FF2B5EF4-FFF2-40B4-BE49-F238E27FC236}">
                <a16:creationId xmlns:a16="http://schemas.microsoft.com/office/drawing/2014/main" id="{A18FAC1D-9965-894F-8716-F9CAA0463D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4702" y="6155901"/>
            <a:ext cx="5905012" cy="399492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lang="nl-NL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 algn="r"/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footer</a:t>
            </a:r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1AB13201-4D93-E44A-A2E6-DE85A4BD2B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98" y="6001200"/>
            <a:ext cx="1728002" cy="6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6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34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5043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377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B343D-2F7B-6A06-E824-1240DF8F3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4DC2E-DA3D-4BF6-1467-B0DE9D2E1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AA1EE-3D73-A8B2-754D-534814F8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9A01-6642-4CEF-BBBB-B192AFC95C5D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695A1-86C3-828C-71BA-1A11A4B0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2FF82-36D3-471C-7321-33C9A7D5E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506F-1362-4E93-AEA0-526F7633278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677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4597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712" r:id="rId4"/>
    <p:sldLayoutId id="2147483694" r:id="rId5"/>
    <p:sldLayoutId id="2147483709" r:id="rId6"/>
    <p:sldLayoutId id="2147483695" r:id="rId7"/>
    <p:sldLayoutId id="2147483711" r:id="rId8"/>
    <p:sldLayoutId id="2147483697" r:id="rId9"/>
    <p:sldLayoutId id="2147483698" r:id="rId10"/>
    <p:sldLayoutId id="2147483699" r:id="rId11"/>
    <p:sldLayoutId id="2147483700" r:id="rId12"/>
    <p:sldLayoutId id="2147483710" r:id="rId13"/>
    <p:sldLayoutId id="2147483702" r:id="rId14"/>
    <p:sldLayoutId id="2147483713" r:id="rId15"/>
    <p:sldLayoutId id="2147483703" r:id="rId16"/>
    <p:sldLayoutId id="2147483714" r:id="rId17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2100" b="0" i="0" kern="1200">
          <a:solidFill>
            <a:schemeClr val="tx1"/>
          </a:solidFill>
          <a:latin typeface="Merriweather Regular" panose="02060503050406030704" pitchFamily="18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itchFamily="34" charset="0"/>
        <a:buNone/>
        <a:defRPr sz="1600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itchFamily="34" charset="0"/>
        <a:buNone/>
        <a:defRPr sz="1600" b="1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270000" indent="-270000" algn="l" defTabSz="914400" rtl="0" eaLnBrk="1" latinLnBrk="0" hangingPunct="1">
        <a:lnSpc>
          <a:spcPct val="110000"/>
        </a:lnSpc>
        <a:spcBef>
          <a:spcPts val="2100"/>
        </a:spcBef>
        <a:buFont typeface="Verdana" pitchFamily="34" charset="0"/>
        <a:buChar char="•"/>
        <a:defRPr sz="1600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270000" indent="-270000" algn="l" defTabSz="914400" rtl="0" eaLnBrk="1" latinLnBrk="0" hangingPunct="1">
        <a:lnSpc>
          <a:spcPct val="110000"/>
        </a:lnSpc>
        <a:spcBef>
          <a:spcPts val="2100"/>
        </a:spcBef>
        <a:buFont typeface="Verdana" pitchFamily="34" charset="0"/>
        <a:buChar char="•"/>
        <a:defRPr sz="1600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810000" indent="-270000" algn="l" defTabSz="914400" rtl="0" eaLnBrk="1" latinLnBrk="0" hangingPunct="1">
        <a:lnSpc>
          <a:spcPct val="110000"/>
        </a:lnSpc>
        <a:spcBef>
          <a:spcPts val="0"/>
        </a:spcBef>
        <a:buFont typeface="Verdana" pitchFamily="34" charset="0"/>
        <a:buChar char="–"/>
        <a:defRPr sz="1600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20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41.png"/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12" Type="http://schemas.openxmlformats.org/officeDocument/2006/relationships/image" Target="../media/image4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svg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10" Type="http://schemas.openxmlformats.org/officeDocument/2006/relationships/image" Target="../media/image38.png"/><Relationship Id="rId4" Type="http://schemas.openxmlformats.org/officeDocument/2006/relationships/image" Target="../media/image28.svg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5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0.png"/><Relationship Id="rId4" Type="http://schemas.openxmlformats.org/officeDocument/2006/relationships/image" Target="../media/image5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0.png"/><Relationship Id="rId4" Type="http://schemas.openxmlformats.org/officeDocument/2006/relationships/image" Target="../media/image5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0.svg"/><Relationship Id="rId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7" Type="http://schemas.openxmlformats.org/officeDocument/2006/relationships/hyperlink" Target="https://losener.shinyapps.io/attrition-survival/" TargetMode="Externa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7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10FE16A-3EC4-1A49-BFF7-C234B97B9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44305BB6-5C1A-E344-BE9C-48AAF25754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Lab seminar University of Geneva</a:t>
            </a:r>
            <a:endParaRPr lang="nl-NL" dirty="0"/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64ED5279-7967-2245-9CA1-C56AFDC1EC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Ulrich Lösener</a:t>
            </a:r>
            <a:endParaRPr lang="nl-NL" dirty="0"/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08218E23-10EB-6E43-B4C6-86D2AD1D95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PhD Candidate </a:t>
            </a:r>
            <a:endParaRPr lang="nl-NL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D1AAF499-48A2-6B4E-A381-33166DC07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Bayesian Sample Size Determination for Multilevel Data – the </a:t>
            </a:r>
            <a:r>
              <a:rPr lang="en-US" b="1" i="0" dirty="0"/>
              <a:t>BayesSSD</a:t>
            </a:r>
            <a:r>
              <a:rPr lang="en-US" dirty="0"/>
              <a:t> Package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6834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E0B2DD1-0AE1-B745-A7E8-8C0823572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153E3B61-183E-0D4D-8068-A12004823E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Content Overview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nl-NL" dirty="0"/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FA1833F4-292A-B949-98AE-B3FD3BE8D4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Lab Seminar University of Geneva</a:t>
            </a:r>
            <a:endParaRPr lang="nl-N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9BC16E-6930-C525-6B5C-DA3FAC4AB562}"/>
              </a:ext>
            </a:extLst>
          </p:cNvPr>
          <p:cNvSpPr/>
          <p:nvPr/>
        </p:nvSpPr>
        <p:spPr>
          <a:xfrm>
            <a:off x="5169161" y="1335828"/>
            <a:ext cx="3125754" cy="6142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Problem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F4D1EA-8499-9DBA-F524-D5B42AC50823}"/>
              </a:ext>
            </a:extLst>
          </p:cNvPr>
          <p:cNvSpPr/>
          <p:nvPr/>
        </p:nvSpPr>
        <p:spPr>
          <a:xfrm>
            <a:off x="5169161" y="2184005"/>
            <a:ext cx="3125754" cy="6142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Multilevel Models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269AAE-1DEB-24C2-7463-D2FDBC00E669}"/>
              </a:ext>
            </a:extLst>
          </p:cNvPr>
          <p:cNvSpPr/>
          <p:nvPr/>
        </p:nvSpPr>
        <p:spPr>
          <a:xfrm>
            <a:off x="5169161" y="3032182"/>
            <a:ext cx="3125754" cy="6142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Bayesian Hypothesis Evaluation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587688-1FB5-9E80-11BB-85E10F28394A}"/>
              </a:ext>
            </a:extLst>
          </p:cNvPr>
          <p:cNvSpPr/>
          <p:nvPr/>
        </p:nvSpPr>
        <p:spPr>
          <a:xfrm>
            <a:off x="5169161" y="3880359"/>
            <a:ext cx="3125754" cy="6142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BayesSSD package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A08FD9A-6731-3838-CC6F-A116C4E2DA83}"/>
              </a:ext>
            </a:extLst>
          </p:cNvPr>
          <p:cNvSpPr/>
          <p:nvPr/>
        </p:nvSpPr>
        <p:spPr>
          <a:xfrm>
            <a:off x="5169161" y="4728536"/>
            <a:ext cx="3125754" cy="6142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Modelling Attrition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4E6B6D-A6F7-E6A4-4B0D-BCD47967A4D1}"/>
              </a:ext>
            </a:extLst>
          </p:cNvPr>
          <p:cNvSpPr/>
          <p:nvPr/>
        </p:nvSpPr>
        <p:spPr>
          <a:xfrm>
            <a:off x="5169161" y="5576713"/>
            <a:ext cx="3125754" cy="6142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Wrap-up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91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04DD5-DA6A-6A11-1EE5-087C6D0ED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35966DF-7A28-87A0-E79D-78CFFBB3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805E6A7F-02C4-F61E-EBAB-D850084B4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Content Overview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nl-NL" dirty="0"/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CFE1C799-B3B8-24E9-D9AB-1B039AF6FF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Lab Seminar University of Geneva</a:t>
            </a:r>
            <a:endParaRPr lang="nl-N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60C64B-0E7E-BA8D-8AAD-E6B100B2B828}"/>
              </a:ext>
            </a:extLst>
          </p:cNvPr>
          <p:cNvSpPr/>
          <p:nvPr/>
        </p:nvSpPr>
        <p:spPr>
          <a:xfrm>
            <a:off x="5169161" y="1335828"/>
            <a:ext cx="3125754" cy="6142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Problem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0FF1F0-A353-F26A-E2A5-0CC4A682D465}"/>
              </a:ext>
            </a:extLst>
          </p:cNvPr>
          <p:cNvSpPr/>
          <p:nvPr/>
        </p:nvSpPr>
        <p:spPr>
          <a:xfrm>
            <a:off x="5169161" y="2184005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Multilevel Models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BE44B9-29FC-1BB5-43FF-70ED46AC7DD4}"/>
              </a:ext>
            </a:extLst>
          </p:cNvPr>
          <p:cNvSpPr/>
          <p:nvPr/>
        </p:nvSpPr>
        <p:spPr>
          <a:xfrm>
            <a:off x="5169161" y="3032182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Bayesian Hypothesis Evaluation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3B6C10-7362-9BF0-303C-635287AF64FF}"/>
              </a:ext>
            </a:extLst>
          </p:cNvPr>
          <p:cNvSpPr/>
          <p:nvPr/>
        </p:nvSpPr>
        <p:spPr>
          <a:xfrm>
            <a:off x="5169161" y="3880359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BayesSSD package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A457DE-37E6-A2D7-E5EF-1FD484C87F9F}"/>
              </a:ext>
            </a:extLst>
          </p:cNvPr>
          <p:cNvSpPr/>
          <p:nvPr/>
        </p:nvSpPr>
        <p:spPr>
          <a:xfrm>
            <a:off x="5169161" y="4728536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Modelling Attrition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594C4C-E65F-E09B-926E-23DA7F90EE93}"/>
              </a:ext>
            </a:extLst>
          </p:cNvPr>
          <p:cNvSpPr/>
          <p:nvPr/>
        </p:nvSpPr>
        <p:spPr>
          <a:xfrm>
            <a:off x="5169161" y="5576713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Wrap-up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6941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B282BBE-57C1-A744-89AC-36D8EE799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230F28B-191E-B946-A56B-290A571CA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3241" y="611153"/>
            <a:ext cx="5564082" cy="3038467"/>
          </a:xfrm>
        </p:spPr>
        <p:txBody>
          <a:bodyPr/>
          <a:lstStyle/>
          <a:p>
            <a:pPr algn="l"/>
            <a:r>
              <a:rPr lang="en-US" b="1" dirty="0"/>
              <a:t>The problem:</a:t>
            </a:r>
            <a:br>
              <a:rPr lang="en-US" b="1" dirty="0"/>
            </a:br>
            <a:r>
              <a:rPr lang="en-US" sz="3600" dirty="0"/>
              <a:t>Lack of software for Bayesian power analysis for multilevel trials</a:t>
            </a:r>
            <a:endParaRPr lang="nl-NL" dirty="0"/>
          </a:p>
        </p:txBody>
      </p:sp>
      <p:pic>
        <p:nvPicPr>
          <p:cNvPr id="9" name="Graphic 8" descr="Electric car with solid fill">
            <a:extLst>
              <a:ext uri="{FF2B5EF4-FFF2-40B4-BE49-F238E27FC236}">
                <a16:creationId xmlns:a16="http://schemas.microsoft.com/office/drawing/2014/main" id="{2DA1371C-048F-D252-D80E-770F092FE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494" b="24354"/>
          <a:stretch>
            <a:fillRect/>
          </a:stretch>
        </p:blipFill>
        <p:spPr>
          <a:xfrm>
            <a:off x="0" y="4042444"/>
            <a:ext cx="5166452" cy="2694457"/>
          </a:xfrm>
          <a:prstGeom prst="rect">
            <a:avLst/>
          </a:prstGeom>
        </p:spPr>
      </p:pic>
      <p:pic>
        <p:nvPicPr>
          <p:cNvPr id="10" name="Graphic 9" descr="Battery charging with solid fill">
            <a:extLst>
              <a:ext uri="{FF2B5EF4-FFF2-40B4-BE49-F238E27FC236}">
                <a16:creationId xmlns:a16="http://schemas.microsoft.com/office/drawing/2014/main" id="{E5DDA0AB-F5AB-0001-086D-ADD509FE9C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6328" y="4484115"/>
            <a:ext cx="777324" cy="777324"/>
          </a:xfrm>
          <a:prstGeom prst="rect">
            <a:avLst/>
          </a:prstGeom>
        </p:spPr>
      </p:pic>
      <p:pic>
        <p:nvPicPr>
          <p:cNvPr id="11" name="Graphic 10" descr="Fuel with solid fill">
            <a:extLst>
              <a:ext uri="{FF2B5EF4-FFF2-40B4-BE49-F238E27FC236}">
                <a16:creationId xmlns:a16="http://schemas.microsoft.com/office/drawing/2014/main" id="{0C7E2CEE-F322-7954-2A76-9F0FF48D3D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35775"/>
          <a:stretch>
            <a:fillRect/>
          </a:stretch>
        </p:blipFill>
        <p:spPr>
          <a:xfrm>
            <a:off x="7487075" y="3927785"/>
            <a:ext cx="1994198" cy="3105042"/>
          </a:xfrm>
          <a:prstGeom prst="rect">
            <a:avLst/>
          </a:prstGeom>
        </p:spPr>
      </p:pic>
      <p:pic>
        <p:nvPicPr>
          <p:cNvPr id="12" name="Graphic 11" descr="Plugged Unplugged with solid fill">
            <a:extLst>
              <a:ext uri="{FF2B5EF4-FFF2-40B4-BE49-F238E27FC236}">
                <a16:creationId xmlns:a16="http://schemas.microsoft.com/office/drawing/2014/main" id="{5E1B46EB-AF75-F8E8-F5B7-67041A7D8C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9127323" y="2949434"/>
            <a:ext cx="2674573" cy="2674573"/>
          </a:xfrm>
          <a:prstGeom prst="rect">
            <a:avLst/>
          </a:prstGeom>
        </p:spPr>
      </p:pic>
      <p:pic>
        <p:nvPicPr>
          <p:cNvPr id="13" name="Graphic 12" descr="Empty battery with solid fill">
            <a:extLst>
              <a:ext uri="{FF2B5EF4-FFF2-40B4-BE49-F238E27FC236}">
                <a16:creationId xmlns:a16="http://schemas.microsoft.com/office/drawing/2014/main" id="{C81A3DAF-A838-3624-5BD8-0AC5B113B4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42369" y="3645864"/>
            <a:ext cx="1281714" cy="1281714"/>
          </a:xfrm>
          <a:prstGeom prst="rect">
            <a:avLst/>
          </a:prstGeom>
        </p:spPr>
      </p:pic>
      <p:pic>
        <p:nvPicPr>
          <p:cNvPr id="16" name="Graphic 15" descr="No sign with solid fill">
            <a:extLst>
              <a:ext uri="{FF2B5EF4-FFF2-40B4-BE49-F238E27FC236}">
                <a16:creationId xmlns:a16="http://schemas.microsoft.com/office/drawing/2014/main" id="{0EEA051E-C8E2-73B2-FF32-795CB530AE3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87075" y="2778556"/>
            <a:ext cx="4160657" cy="41606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54F21C-0AD7-8368-F8CE-963B21BE4901}"/>
              </a:ext>
            </a:extLst>
          </p:cNvPr>
          <p:cNvSpPr txBox="1"/>
          <p:nvPr/>
        </p:nvSpPr>
        <p:spPr>
          <a:xfrm>
            <a:off x="3525489" y="995149"/>
            <a:ext cx="3170740" cy="63094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4100" b="1" i="1" dirty="0">
                <a:latin typeface="Merriweather Light" pitchFamily="2" charset="77"/>
                <a:ea typeface="+mj-ea"/>
                <a:cs typeface="+mj-cs"/>
              </a:rPr>
              <a:t> The problem</a:t>
            </a:r>
            <a:endParaRPr lang="nl-NL" sz="4100" b="1" i="1" dirty="0">
              <a:latin typeface="Merriweather Light" pitchFamily="2" charset="77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718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89016-D077-E5E4-4587-5729D8986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2D01D26-EFDB-3DFE-58EF-138660E19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07C2871-35FB-7D24-8A10-8B3BE73E4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3241" y="612000"/>
            <a:ext cx="5407851" cy="3038467"/>
          </a:xfrm>
        </p:spPr>
        <p:txBody>
          <a:bodyPr/>
          <a:lstStyle/>
          <a:p>
            <a:pPr algn="l"/>
            <a:r>
              <a:rPr lang="en-US" b="1" dirty="0"/>
              <a:t>The solution:</a:t>
            </a:r>
            <a:br>
              <a:rPr lang="en-US" b="1" dirty="0"/>
            </a:br>
            <a:r>
              <a:rPr lang="en-US" sz="3600" dirty="0"/>
              <a:t>Create free software for Bayesian power analysis for multilevel trials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16D194-5AA9-564D-E98E-F3B0BDFCA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391" y="4900957"/>
            <a:ext cx="1281715" cy="720964"/>
          </a:xfrm>
          <a:prstGeom prst="ellipse">
            <a:avLst/>
          </a:prstGeom>
        </p:spPr>
      </p:pic>
      <p:pic>
        <p:nvPicPr>
          <p:cNvPr id="9" name="Graphic 8" descr="Electric car with solid fill">
            <a:extLst>
              <a:ext uri="{FF2B5EF4-FFF2-40B4-BE49-F238E27FC236}">
                <a16:creationId xmlns:a16="http://schemas.microsoft.com/office/drawing/2014/main" id="{E435B3F8-CCE2-3E93-9D6D-638978EA7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3494" b="24354"/>
          <a:stretch>
            <a:fillRect/>
          </a:stretch>
        </p:blipFill>
        <p:spPr>
          <a:xfrm>
            <a:off x="0" y="4042444"/>
            <a:ext cx="5166452" cy="2694457"/>
          </a:xfrm>
          <a:prstGeom prst="rect">
            <a:avLst/>
          </a:prstGeom>
        </p:spPr>
      </p:pic>
      <p:pic>
        <p:nvPicPr>
          <p:cNvPr id="10" name="Graphic 9" descr="Battery charging with solid fill">
            <a:extLst>
              <a:ext uri="{FF2B5EF4-FFF2-40B4-BE49-F238E27FC236}">
                <a16:creationId xmlns:a16="http://schemas.microsoft.com/office/drawing/2014/main" id="{BD61D69C-6E75-9F78-BB90-B166DB2229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6328" y="4484115"/>
            <a:ext cx="777324" cy="777324"/>
          </a:xfrm>
          <a:prstGeom prst="rect">
            <a:avLst/>
          </a:prstGeom>
        </p:spPr>
      </p:pic>
      <p:pic>
        <p:nvPicPr>
          <p:cNvPr id="11" name="Graphic 10" descr="Fuel with solid fill">
            <a:extLst>
              <a:ext uri="{FF2B5EF4-FFF2-40B4-BE49-F238E27FC236}">
                <a16:creationId xmlns:a16="http://schemas.microsoft.com/office/drawing/2014/main" id="{B9B4212E-8EF0-AA43-CBAF-097C5629DB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1" r="35775"/>
          <a:stretch>
            <a:fillRect/>
          </a:stretch>
        </p:blipFill>
        <p:spPr>
          <a:xfrm>
            <a:off x="7487075" y="3927785"/>
            <a:ext cx="1994198" cy="3105042"/>
          </a:xfrm>
          <a:prstGeom prst="rect">
            <a:avLst/>
          </a:prstGeom>
        </p:spPr>
      </p:pic>
      <p:pic>
        <p:nvPicPr>
          <p:cNvPr id="12" name="Graphic 11" descr="Plugged Unplugged with solid fill">
            <a:extLst>
              <a:ext uri="{FF2B5EF4-FFF2-40B4-BE49-F238E27FC236}">
                <a16:creationId xmlns:a16="http://schemas.microsoft.com/office/drawing/2014/main" id="{D8A5F440-CA00-9618-61FF-708F39E26C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9127323" y="2949434"/>
            <a:ext cx="2674573" cy="2674573"/>
          </a:xfrm>
          <a:prstGeom prst="rect">
            <a:avLst/>
          </a:prstGeom>
        </p:spPr>
      </p:pic>
      <p:pic>
        <p:nvPicPr>
          <p:cNvPr id="4" name="Graphic 3" descr="Full battery with solid fill">
            <a:extLst>
              <a:ext uri="{FF2B5EF4-FFF2-40B4-BE49-F238E27FC236}">
                <a16:creationId xmlns:a16="http://schemas.microsoft.com/office/drawing/2014/main" id="{96EFBBC2-6C9E-E5EB-ACB2-031D5A6208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42369" y="3645862"/>
            <a:ext cx="1281715" cy="1281715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2286B9F8-F7FF-E1D1-B5BA-63D0899947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46671" y="3181110"/>
            <a:ext cx="4160657" cy="416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8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8AC76-D089-FF99-CB7C-A7A51573F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26D09F4-F275-E917-61D3-25B8EA022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15F0D710-841F-ABFF-18ED-9CD54D88C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Content Overview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nl-NL" dirty="0"/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8E9F119D-E09F-0FC0-25CE-1E6C050A97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Lab Seminar University of Geneva</a:t>
            </a:r>
            <a:endParaRPr lang="nl-N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12FBFB7-AA02-1441-505D-9619C8C30715}"/>
              </a:ext>
            </a:extLst>
          </p:cNvPr>
          <p:cNvSpPr/>
          <p:nvPr/>
        </p:nvSpPr>
        <p:spPr>
          <a:xfrm>
            <a:off x="5169161" y="1335828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Problem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78B557-E129-80C9-B214-C298D70DB4F6}"/>
              </a:ext>
            </a:extLst>
          </p:cNvPr>
          <p:cNvSpPr/>
          <p:nvPr/>
        </p:nvSpPr>
        <p:spPr>
          <a:xfrm>
            <a:off x="5169161" y="2184005"/>
            <a:ext cx="3125754" cy="614270"/>
          </a:xfrm>
          <a:prstGeom prst="roundRect">
            <a:avLst/>
          </a:prstGeom>
          <a:solidFill>
            <a:srgbClr val="FFCD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Multilevel Models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3309A8-E12D-CEEE-1619-50BAB460E51B}"/>
              </a:ext>
            </a:extLst>
          </p:cNvPr>
          <p:cNvSpPr/>
          <p:nvPr/>
        </p:nvSpPr>
        <p:spPr>
          <a:xfrm>
            <a:off x="5169161" y="3032182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Bayesian Hypothesis Evaluation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D7DBB6-274B-6965-37DF-EF45842CF46D}"/>
              </a:ext>
            </a:extLst>
          </p:cNvPr>
          <p:cNvSpPr/>
          <p:nvPr/>
        </p:nvSpPr>
        <p:spPr>
          <a:xfrm>
            <a:off x="5169161" y="3880359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BayesSSD package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00F0A8-3A06-B019-CC52-F78051DDB5B9}"/>
              </a:ext>
            </a:extLst>
          </p:cNvPr>
          <p:cNvSpPr/>
          <p:nvPr/>
        </p:nvSpPr>
        <p:spPr>
          <a:xfrm>
            <a:off x="5169161" y="4728536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Modelling Attrition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151AA7-F6F9-B877-F23E-438B6B862362}"/>
              </a:ext>
            </a:extLst>
          </p:cNvPr>
          <p:cNvSpPr/>
          <p:nvPr/>
        </p:nvSpPr>
        <p:spPr>
          <a:xfrm>
            <a:off x="5169161" y="5576713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Wrap-up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91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D2EA6-E19A-693A-B6D3-3C8C98AD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CC9E71C-9962-E58F-E8C3-6EA3CD70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C1D14D-EF2C-8097-C1D8-53D0E22B2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6205" y="1026367"/>
            <a:ext cx="9803155" cy="911087"/>
          </a:xfrm>
        </p:spPr>
        <p:txBody>
          <a:bodyPr/>
          <a:lstStyle/>
          <a:p>
            <a:pPr algn="l"/>
            <a:r>
              <a:rPr lang="en-US" dirty="0"/>
              <a:t>Nested Data – Cluster Randomized Trial </a:t>
            </a:r>
            <a:endParaRPr lang="nl-NL" dirty="0"/>
          </a:p>
        </p:txBody>
      </p:sp>
      <p:pic>
        <p:nvPicPr>
          <p:cNvPr id="13" name="Graphic 12" descr="Hospital with solid fill">
            <a:extLst>
              <a:ext uri="{FF2B5EF4-FFF2-40B4-BE49-F238E27FC236}">
                <a16:creationId xmlns:a16="http://schemas.microsoft.com/office/drawing/2014/main" id="{6C45EE8B-1C5D-897E-BDF1-23CDBB753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3230" y="2514600"/>
            <a:ext cx="914400" cy="91440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9DA3ADB5-B4FA-7C84-7BE6-90AD7D7DF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9763" y="4463347"/>
            <a:ext cx="914400" cy="914400"/>
          </a:xfrm>
          <a:prstGeom prst="rect">
            <a:avLst/>
          </a:prstGeom>
        </p:spPr>
      </p:pic>
      <p:pic>
        <p:nvPicPr>
          <p:cNvPr id="18" name="Graphic 17" descr="Man with solid fill">
            <a:extLst>
              <a:ext uri="{FF2B5EF4-FFF2-40B4-BE49-F238E27FC236}">
                <a16:creationId xmlns:a16="http://schemas.microsoft.com/office/drawing/2014/main" id="{5BFDE3D2-09CC-E770-A4F9-8F6B86E0DF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8922" y="4463347"/>
            <a:ext cx="914400" cy="914400"/>
          </a:xfrm>
          <a:prstGeom prst="rect">
            <a:avLst/>
          </a:prstGeom>
        </p:spPr>
      </p:pic>
      <p:pic>
        <p:nvPicPr>
          <p:cNvPr id="19" name="Graphic 18" descr="Man with solid fill">
            <a:extLst>
              <a:ext uri="{FF2B5EF4-FFF2-40B4-BE49-F238E27FC236}">
                <a16:creationId xmlns:a16="http://schemas.microsoft.com/office/drawing/2014/main" id="{DB5230B5-DFC0-778F-8387-4C1193F447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8080" y="4463347"/>
            <a:ext cx="914400" cy="9144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9F63D3-124E-04BB-ABAE-2D36B192593E}"/>
              </a:ext>
            </a:extLst>
          </p:cNvPr>
          <p:cNvCxnSpPr/>
          <p:nvPr/>
        </p:nvCxnSpPr>
        <p:spPr>
          <a:xfrm flipH="1">
            <a:off x="2304661" y="3429000"/>
            <a:ext cx="399502" cy="90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381EAD8-5668-1FE4-A800-26F3D134B791}"/>
              </a:ext>
            </a:extLst>
          </p:cNvPr>
          <p:cNvCxnSpPr>
            <a:cxnSpLocks/>
          </p:cNvCxnSpPr>
          <p:nvPr/>
        </p:nvCxnSpPr>
        <p:spPr>
          <a:xfrm>
            <a:off x="2942015" y="3429000"/>
            <a:ext cx="14107" cy="88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B5FBDD2-29CD-901C-41DB-CF2BE1A2A1CA}"/>
              </a:ext>
            </a:extLst>
          </p:cNvPr>
          <p:cNvCxnSpPr>
            <a:cxnSpLocks/>
          </p:cNvCxnSpPr>
          <p:nvPr/>
        </p:nvCxnSpPr>
        <p:spPr>
          <a:xfrm flipH="1" flipV="1">
            <a:off x="3208080" y="3429000"/>
            <a:ext cx="399502" cy="90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 descr="Hospital with solid fill">
            <a:extLst>
              <a:ext uri="{FF2B5EF4-FFF2-40B4-BE49-F238E27FC236}">
                <a16:creationId xmlns:a16="http://schemas.microsoft.com/office/drawing/2014/main" id="{6A25AACD-AB21-B132-351D-6775259A0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5447" y="2514600"/>
            <a:ext cx="914400" cy="914400"/>
          </a:xfrm>
          <a:prstGeom prst="rect">
            <a:avLst/>
          </a:prstGeom>
        </p:spPr>
      </p:pic>
      <p:pic>
        <p:nvPicPr>
          <p:cNvPr id="45" name="Graphic 44" descr="Man with solid fill">
            <a:extLst>
              <a:ext uri="{FF2B5EF4-FFF2-40B4-BE49-F238E27FC236}">
                <a16:creationId xmlns:a16="http://schemas.microsoft.com/office/drawing/2014/main" id="{76428463-C9EE-E7C7-58FF-1E8C0FC686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1980" y="4463347"/>
            <a:ext cx="914400" cy="914400"/>
          </a:xfrm>
          <a:prstGeom prst="rect">
            <a:avLst/>
          </a:prstGeom>
        </p:spPr>
      </p:pic>
      <p:pic>
        <p:nvPicPr>
          <p:cNvPr id="46" name="Graphic 45" descr="Man with solid fill">
            <a:extLst>
              <a:ext uri="{FF2B5EF4-FFF2-40B4-BE49-F238E27FC236}">
                <a16:creationId xmlns:a16="http://schemas.microsoft.com/office/drawing/2014/main" id="{0DBA2347-D565-4070-95A1-97B94CFEC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1139" y="4463347"/>
            <a:ext cx="914400" cy="914400"/>
          </a:xfrm>
          <a:prstGeom prst="rect">
            <a:avLst/>
          </a:prstGeom>
        </p:spPr>
      </p:pic>
      <p:pic>
        <p:nvPicPr>
          <p:cNvPr id="47" name="Graphic 46" descr="Man with solid fill">
            <a:extLst>
              <a:ext uri="{FF2B5EF4-FFF2-40B4-BE49-F238E27FC236}">
                <a16:creationId xmlns:a16="http://schemas.microsoft.com/office/drawing/2014/main" id="{217DBA64-F267-D0EF-1090-6ADB0BABEF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0297" y="4463347"/>
            <a:ext cx="914400" cy="9144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67E2B3A-B58F-B49E-C3D5-657731E6330D}"/>
              </a:ext>
            </a:extLst>
          </p:cNvPr>
          <p:cNvCxnSpPr/>
          <p:nvPr/>
        </p:nvCxnSpPr>
        <p:spPr>
          <a:xfrm flipH="1">
            <a:off x="5386878" y="3429000"/>
            <a:ext cx="399502" cy="90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76991A-4450-B449-3015-5C6DAE57FFC1}"/>
              </a:ext>
            </a:extLst>
          </p:cNvPr>
          <p:cNvCxnSpPr>
            <a:cxnSpLocks/>
          </p:cNvCxnSpPr>
          <p:nvPr/>
        </p:nvCxnSpPr>
        <p:spPr>
          <a:xfrm>
            <a:off x="6024232" y="3429000"/>
            <a:ext cx="14107" cy="88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D139D02-4CB8-7B71-23E4-E8FFA86A2E9A}"/>
              </a:ext>
            </a:extLst>
          </p:cNvPr>
          <p:cNvCxnSpPr>
            <a:cxnSpLocks/>
          </p:cNvCxnSpPr>
          <p:nvPr/>
        </p:nvCxnSpPr>
        <p:spPr>
          <a:xfrm flipH="1" flipV="1">
            <a:off x="6290297" y="3429000"/>
            <a:ext cx="399502" cy="90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 descr="Hospital with solid fill">
            <a:extLst>
              <a:ext uri="{FF2B5EF4-FFF2-40B4-BE49-F238E27FC236}">
                <a16:creationId xmlns:a16="http://schemas.microsoft.com/office/drawing/2014/main" id="{EBD18435-F448-FCB1-6892-E5495F17F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7664" y="2514600"/>
            <a:ext cx="914400" cy="914400"/>
          </a:xfrm>
          <a:prstGeom prst="rect">
            <a:avLst/>
          </a:prstGeom>
        </p:spPr>
      </p:pic>
      <p:pic>
        <p:nvPicPr>
          <p:cNvPr id="52" name="Graphic 51" descr="Man with solid fill">
            <a:extLst>
              <a:ext uri="{FF2B5EF4-FFF2-40B4-BE49-F238E27FC236}">
                <a16:creationId xmlns:a16="http://schemas.microsoft.com/office/drawing/2014/main" id="{856F494B-A931-7D8A-3ACB-92BF44BA60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4197" y="4463347"/>
            <a:ext cx="914400" cy="914400"/>
          </a:xfrm>
          <a:prstGeom prst="rect">
            <a:avLst/>
          </a:prstGeom>
        </p:spPr>
      </p:pic>
      <p:pic>
        <p:nvPicPr>
          <p:cNvPr id="53" name="Graphic 52" descr="Man with solid fill">
            <a:extLst>
              <a:ext uri="{FF2B5EF4-FFF2-40B4-BE49-F238E27FC236}">
                <a16:creationId xmlns:a16="http://schemas.microsoft.com/office/drawing/2014/main" id="{1378AE23-864D-3AD2-C5A3-A040A1079D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63356" y="4463347"/>
            <a:ext cx="914400" cy="914400"/>
          </a:xfrm>
          <a:prstGeom prst="rect">
            <a:avLst/>
          </a:prstGeom>
        </p:spPr>
      </p:pic>
      <p:pic>
        <p:nvPicPr>
          <p:cNvPr id="54" name="Graphic 53" descr="Man with solid fill">
            <a:extLst>
              <a:ext uri="{FF2B5EF4-FFF2-40B4-BE49-F238E27FC236}">
                <a16:creationId xmlns:a16="http://schemas.microsoft.com/office/drawing/2014/main" id="{85B887E3-EBF5-C0D4-59F6-CD948DB080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2514" y="4463347"/>
            <a:ext cx="914400" cy="914400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1F74389-8C7C-E63C-9AA0-1E90955DCCF8}"/>
              </a:ext>
            </a:extLst>
          </p:cNvPr>
          <p:cNvCxnSpPr/>
          <p:nvPr/>
        </p:nvCxnSpPr>
        <p:spPr>
          <a:xfrm flipH="1">
            <a:off x="8469095" y="3429000"/>
            <a:ext cx="399502" cy="90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3CDB26-EBE8-3AF8-738B-EFBD91D8F212}"/>
              </a:ext>
            </a:extLst>
          </p:cNvPr>
          <p:cNvCxnSpPr>
            <a:cxnSpLocks/>
          </p:cNvCxnSpPr>
          <p:nvPr/>
        </p:nvCxnSpPr>
        <p:spPr>
          <a:xfrm>
            <a:off x="9106449" y="3429000"/>
            <a:ext cx="14107" cy="88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C6D5A49-B88E-ABD3-2597-1AC812CC90F9}"/>
              </a:ext>
            </a:extLst>
          </p:cNvPr>
          <p:cNvCxnSpPr>
            <a:cxnSpLocks/>
          </p:cNvCxnSpPr>
          <p:nvPr/>
        </p:nvCxnSpPr>
        <p:spPr>
          <a:xfrm flipH="1" flipV="1">
            <a:off x="9372514" y="3429000"/>
            <a:ext cx="399502" cy="90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raphic 58" descr="Arrow: Slight curve with solid fill">
            <a:extLst>
              <a:ext uri="{FF2B5EF4-FFF2-40B4-BE49-F238E27FC236}">
                <a16:creationId xmlns:a16="http://schemas.microsoft.com/office/drawing/2014/main" id="{8D2BE689-F853-325D-64CD-B7B517D031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1805" y="5686941"/>
            <a:ext cx="914400" cy="9144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C956CD33-3FA6-1541-D6DF-E503FE60DCDB}"/>
              </a:ext>
            </a:extLst>
          </p:cNvPr>
          <p:cNvSpPr txBox="1"/>
          <p:nvPr/>
        </p:nvSpPr>
        <p:spPr>
          <a:xfrm>
            <a:off x="1789763" y="5990253"/>
            <a:ext cx="379751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Individuals nested within clusters</a:t>
            </a:r>
            <a:endParaRPr lang="nl-NL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044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B220C-3724-F854-1322-E57A35D8C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8BEE3A8-77E2-7455-DA78-532F98B60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3616B85-F669-37F0-B894-EB28EE526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6205" y="1026367"/>
            <a:ext cx="9803155" cy="911087"/>
          </a:xfrm>
        </p:spPr>
        <p:txBody>
          <a:bodyPr/>
          <a:lstStyle/>
          <a:p>
            <a:pPr algn="l"/>
            <a:r>
              <a:rPr lang="en-US" dirty="0"/>
              <a:t>Nested Data – Longitudinal Experiment</a:t>
            </a:r>
            <a:endParaRPr lang="nl-NL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1908917-019B-FE66-335B-3C97DB112F29}"/>
              </a:ext>
            </a:extLst>
          </p:cNvPr>
          <p:cNvCxnSpPr/>
          <p:nvPr/>
        </p:nvCxnSpPr>
        <p:spPr>
          <a:xfrm flipH="1">
            <a:off x="2304661" y="3429000"/>
            <a:ext cx="399502" cy="90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B20513-FD6B-BA5D-E37C-0FEEE3CB27FC}"/>
              </a:ext>
            </a:extLst>
          </p:cNvPr>
          <p:cNvCxnSpPr>
            <a:cxnSpLocks/>
          </p:cNvCxnSpPr>
          <p:nvPr/>
        </p:nvCxnSpPr>
        <p:spPr>
          <a:xfrm>
            <a:off x="2942015" y="3429000"/>
            <a:ext cx="14107" cy="88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6A70F8-A9E5-A9D7-9E65-E3DC0230B89B}"/>
              </a:ext>
            </a:extLst>
          </p:cNvPr>
          <p:cNvCxnSpPr>
            <a:cxnSpLocks/>
          </p:cNvCxnSpPr>
          <p:nvPr/>
        </p:nvCxnSpPr>
        <p:spPr>
          <a:xfrm flipH="1" flipV="1">
            <a:off x="3208080" y="3429000"/>
            <a:ext cx="399502" cy="90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raphic 58" descr="Arrow: Slight curve with solid fill">
            <a:extLst>
              <a:ext uri="{FF2B5EF4-FFF2-40B4-BE49-F238E27FC236}">
                <a16:creationId xmlns:a16="http://schemas.microsoft.com/office/drawing/2014/main" id="{5CCBB06F-EAC5-4917-D78D-71E7CC9BC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805" y="5686941"/>
            <a:ext cx="914400" cy="9144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2077CA7D-40CA-0E6B-18F4-F070BBA42D19}"/>
              </a:ext>
            </a:extLst>
          </p:cNvPr>
          <p:cNvSpPr txBox="1"/>
          <p:nvPr/>
        </p:nvSpPr>
        <p:spPr>
          <a:xfrm>
            <a:off x="1789763" y="5990253"/>
            <a:ext cx="44210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Observations nested within individuals</a:t>
            </a:r>
            <a:endParaRPr lang="nl-NL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5" name="Graphic 4" descr="Man with solid fill">
            <a:extLst>
              <a:ext uri="{FF2B5EF4-FFF2-40B4-BE49-F238E27FC236}">
                <a16:creationId xmlns:a16="http://schemas.microsoft.com/office/drawing/2014/main" id="{7F3DA693-081A-3ABD-7DC6-6B2122911B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84815" y="2455302"/>
            <a:ext cx="914400" cy="914400"/>
          </a:xfrm>
          <a:prstGeom prst="rect">
            <a:avLst/>
          </a:prstGeom>
        </p:spPr>
      </p:pic>
      <p:pic>
        <p:nvPicPr>
          <p:cNvPr id="7" name="Graphic 6" descr="Ruler with solid fill">
            <a:extLst>
              <a:ext uri="{FF2B5EF4-FFF2-40B4-BE49-F238E27FC236}">
                <a16:creationId xmlns:a16="http://schemas.microsoft.com/office/drawing/2014/main" id="{BF2A9D45-105B-F001-AABC-CE630E4332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39080" y="4558005"/>
            <a:ext cx="914400" cy="914400"/>
          </a:xfrm>
          <a:prstGeom prst="rect">
            <a:avLst/>
          </a:prstGeom>
        </p:spPr>
      </p:pic>
      <p:pic>
        <p:nvPicPr>
          <p:cNvPr id="8" name="Graphic 7" descr="Ruler with solid fill">
            <a:extLst>
              <a:ext uri="{FF2B5EF4-FFF2-40B4-BE49-F238E27FC236}">
                <a16:creationId xmlns:a16="http://schemas.microsoft.com/office/drawing/2014/main" id="{43169CEC-F777-2FE0-3995-6F12435ECA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84815" y="4558005"/>
            <a:ext cx="914400" cy="914400"/>
          </a:xfrm>
          <a:prstGeom prst="rect">
            <a:avLst/>
          </a:prstGeom>
        </p:spPr>
      </p:pic>
      <p:pic>
        <p:nvPicPr>
          <p:cNvPr id="9" name="Graphic 8" descr="Ruler with solid fill">
            <a:extLst>
              <a:ext uri="{FF2B5EF4-FFF2-40B4-BE49-F238E27FC236}">
                <a16:creationId xmlns:a16="http://schemas.microsoft.com/office/drawing/2014/main" id="{26C90992-2E0D-A997-1464-4C9409CC1B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7831" y="4558005"/>
            <a:ext cx="914400" cy="9144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809047-98E3-F5C7-EF56-3804CC02312C}"/>
              </a:ext>
            </a:extLst>
          </p:cNvPr>
          <p:cNvCxnSpPr/>
          <p:nvPr/>
        </p:nvCxnSpPr>
        <p:spPr>
          <a:xfrm flipH="1">
            <a:off x="5676122" y="3429000"/>
            <a:ext cx="399502" cy="90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723E57-1D7F-9EFD-2EB7-450ECA8E8244}"/>
              </a:ext>
            </a:extLst>
          </p:cNvPr>
          <p:cNvCxnSpPr>
            <a:cxnSpLocks/>
          </p:cNvCxnSpPr>
          <p:nvPr/>
        </p:nvCxnSpPr>
        <p:spPr>
          <a:xfrm>
            <a:off x="6313476" y="3429000"/>
            <a:ext cx="14107" cy="88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11D1BA-B633-400A-33AE-8DDDE4A888F4}"/>
              </a:ext>
            </a:extLst>
          </p:cNvPr>
          <p:cNvCxnSpPr>
            <a:cxnSpLocks/>
          </p:cNvCxnSpPr>
          <p:nvPr/>
        </p:nvCxnSpPr>
        <p:spPr>
          <a:xfrm flipH="1" flipV="1">
            <a:off x="6579541" y="3429000"/>
            <a:ext cx="399502" cy="90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A483A4C6-D73E-33D9-0C25-F976AA3A0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6276" y="2455302"/>
            <a:ext cx="914400" cy="914400"/>
          </a:xfrm>
          <a:prstGeom prst="rect">
            <a:avLst/>
          </a:prstGeom>
        </p:spPr>
      </p:pic>
      <p:pic>
        <p:nvPicPr>
          <p:cNvPr id="15" name="Graphic 14" descr="Ruler with solid fill">
            <a:extLst>
              <a:ext uri="{FF2B5EF4-FFF2-40B4-BE49-F238E27FC236}">
                <a16:creationId xmlns:a16="http://schemas.microsoft.com/office/drawing/2014/main" id="{0CA0DCEE-A940-DF7C-BCBA-FB97EC10A5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0541" y="4558005"/>
            <a:ext cx="914400" cy="914400"/>
          </a:xfrm>
          <a:prstGeom prst="rect">
            <a:avLst/>
          </a:prstGeom>
        </p:spPr>
      </p:pic>
      <p:pic>
        <p:nvPicPr>
          <p:cNvPr id="17" name="Graphic 16" descr="Ruler with solid fill">
            <a:extLst>
              <a:ext uri="{FF2B5EF4-FFF2-40B4-BE49-F238E27FC236}">
                <a16:creationId xmlns:a16="http://schemas.microsoft.com/office/drawing/2014/main" id="{AAF9CAE7-48E8-D173-796A-46B36AB9D9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56276" y="4558005"/>
            <a:ext cx="914400" cy="914400"/>
          </a:xfrm>
          <a:prstGeom prst="rect">
            <a:avLst/>
          </a:prstGeom>
        </p:spPr>
      </p:pic>
      <p:pic>
        <p:nvPicPr>
          <p:cNvPr id="20" name="Graphic 19" descr="Ruler with solid fill">
            <a:extLst>
              <a:ext uri="{FF2B5EF4-FFF2-40B4-BE49-F238E27FC236}">
                <a16:creationId xmlns:a16="http://schemas.microsoft.com/office/drawing/2014/main" id="{21AFFE2D-038D-0ABA-79D7-14A3324EA0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79292" y="4558005"/>
            <a:ext cx="914400" cy="9144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12BEAC0-EDC6-4378-C570-E8B16FC050A5}"/>
              </a:ext>
            </a:extLst>
          </p:cNvPr>
          <p:cNvCxnSpPr/>
          <p:nvPr/>
        </p:nvCxnSpPr>
        <p:spPr>
          <a:xfrm flipH="1">
            <a:off x="9334549" y="3429000"/>
            <a:ext cx="399502" cy="90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B0FD0E-2773-8A01-30A3-FE78D4238B66}"/>
              </a:ext>
            </a:extLst>
          </p:cNvPr>
          <p:cNvCxnSpPr>
            <a:cxnSpLocks/>
          </p:cNvCxnSpPr>
          <p:nvPr/>
        </p:nvCxnSpPr>
        <p:spPr>
          <a:xfrm>
            <a:off x="9971903" y="3429000"/>
            <a:ext cx="14107" cy="887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BCC77F-1E76-092C-C622-32C1473893F5}"/>
              </a:ext>
            </a:extLst>
          </p:cNvPr>
          <p:cNvCxnSpPr>
            <a:cxnSpLocks/>
          </p:cNvCxnSpPr>
          <p:nvPr/>
        </p:nvCxnSpPr>
        <p:spPr>
          <a:xfrm flipH="1" flipV="1">
            <a:off x="10237968" y="3429000"/>
            <a:ext cx="399502" cy="90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Man with solid fill">
            <a:extLst>
              <a:ext uri="{FF2B5EF4-FFF2-40B4-BE49-F238E27FC236}">
                <a16:creationId xmlns:a16="http://schemas.microsoft.com/office/drawing/2014/main" id="{C691DD61-5FA6-1406-E369-44C151F07B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14703" y="2455302"/>
            <a:ext cx="914400" cy="914400"/>
          </a:xfrm>
          <a:prstGeom prst="rect">
            <a:avLst/>
          </a:prstGeom>
        </p:spPr>
      </p:pic>
      <p:pic>
        <p:nvPicPr>
          <p:cNvPr id="25" name="Graphic 24" descr="Ruler with solid fill">
            <a:extLst>
              <a:ext uri="{FF2B5EF4-FFF2-40B4-BE49-F238E27FC236}">
                <a16:creationId xmlns:a16="http://schemas.microsoft.com/office/drawing/2014/main" id="{12084D48-FD11-ABD3-A64B-19A3EBE0C2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8968" y="4558005"/>
            <a:ext cx="914400" cy="914400"/>
          </a:xfrm>
          <a:prstGeom prst="rect">
            <a:avLst/>
          </a:prstGeom>
        </p:spPr>
      </p:pic>
      <p:pic>
        <p:nvPicPr>
          <p:cNvPr id="26" name="Graphic 25" descr="Ruler with solid fill">
            <a:extLst>
              <a:ext uri="{FF2B5EF4-FFF2-40B4-BE49-F238E27FC236}">
                <a16:creationId xmlns:a16="http://schemas.microsoft.com/office/drawing/2014/main" id="{61128284-94B6-27CF-ED73-EF1892A063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4703" y="4558005"/>
            <a:ext cx="914400" cy="914400"/>
          </a:xfrm>
          <a:prstGeom prst="rect">
            <a:avLst/>
          </a:prstGeom>
        </p:spPr>
      </p:pic>
      <p:pic>
        <p:nvPicPr>
          <p:cNvPr id="28" name="Graphic 27" descr="Ruler with solid fill">
            <a:extLst>
              <a:ext uri="{FF2B5EF4-FFF2-40B4-BE49-F238E27FC236}">
                <a16:creationId xmlns:a16="http://schemas.microsoft.com/office/drawing/2014/main" id="{D79BB71A-64C1-FEEF-9C97-953A28E2A7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37719" y="455800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79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FF1AD-05E5-B6EE-4911-816D83F86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48A7C4B-E349-1486-292B-CBCA2CF190A8}"/>
                  </a:ext>
                </a:extLst>
              </p:cNvPr>
              <p:cNvSpPr txBox="1"/>
              <p:nvPr/>
            </p:nvSpPr>
            <p:spPr>
              <a:xfrm>
                <a:off x="683308" y="2106169"/>
                <a:ext cx="8613576" cy="58146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Individuals randomly allocated to </a:t>
                </a:r>
                <a:r>
                  <a:rPr lang="en-US" sz="2000" i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g</a:t>
                </a: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conditions and measured repeatedly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                Longitudinal experiment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Multilevel model formula for individual </a:t>
                </a:r>
                <a:r>
                  <a:rPr lang="en-US" sz="2000" i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i</a:t>
                </a: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at timepoint </a:t>
                </a:r>
                <a:r>
                  <a:rPr lang="en-US" sz="2000" i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j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i="1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𝐶𝑂𝑁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𝐶𝑂𝑁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𝐶𝑂𝑁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l-NL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algn="just"/>
                <a:endPara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algn="just"/>
                <a:endParaRPr lang="nl-NL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endParaRPr lang="nl-NL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endParaRPr lang="nl-NL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48A7C4B-E349-1486-292B-CBCA2CF19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08" y="2106169"/>
                <a:ext cx="8613576" cy="5814669"/>
              </a:xfrm>
              <a:prstGeom prst="rect">
                <a:avLst/>
              </a:prstGeom>
              <a:blipFill>
                <a:blip r:embed="rId2"/>
                <a:stretch>
                  <a:fillRect l="-1699" r="-84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00AB967-7726-2B11-5B52-C90E88F4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4203F3-25D3-8E07-F77A-7E0B71F7A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6205" y="1026367"/>
            <a:ext cx="9803155" cy="911087"/>
          </a:xfrm>
        </p:spPr>
        <p:txBody>
          <a:bodyPr/>
          <a:lstStyle/>
          <a:p>
            <a:pPr algn="l"/>
            <a:r>
              <a:rPr lang="en-US" dirty="0"/>
              <a:t>Nested Data – Multilevel Model</a:t>
            </a:r>
            <a:endParaRPr lang="nl-NL" dirty="0"/>
          </a:p>
        </p:txBody>
      </p:sp>
      <p:pic>
        <p:nvPicPr>
          <p:cNvPr id="4" name="Graphic 3" descr="Arrow: Slight curve with solid fill">
            <a:extLst>
              <a:ext uri="{FF2B5EF4-FFF2-40B4-BE49-F238E27FC236}">
                <a16:creationId xmlns:a16="http://schemas.microsoft.com/office/drawing/2014/main" id="{04BF1B01-4B60-31DD-4C67-0C39D328F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805" y="2393302"/>
            <a:ext cx="914400" cy="914400"/>
          </a:xfrm>
          <a:prstGeom prst="rect">
            <a:avLst/>
          </a:prstGeom>
        </p:spPr>
      </p:pic>
      <p:pic>
        <p:nvPicPr>
          <p:cNvPr id="13" name="Graphic 12" descr="Badge 1 with solid fill">
            <a:extLst>
              <a:ext uri="{FF2B5EF4-FFF2-40B4-BE49-F238E27FC236}">
                <a16:creationId xmlns:a16="http://schemas.microsoft.com/office/drawing/2014/main" id="{A3B18585-E4CA-00BB-C492-064FC4C359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88" y="409910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23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73CA9-EDB9-AECB-A2E9-908E260AD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0FB203F5-2A56-1397-1611-54B1892AA3AC}"/>
              </a:ext>
            </a:extLst>
          </p:cNvPr>
          <p:cNvSpPr/>
          <p:nvPr/>
        </p:nvSpPr>
        <p:spPr>
          <a:xfrm>
            <a:off x="6437203" y="6043438"/>
            <a:ext cx="463576" cy="499292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4DF47F0-49D5-123C-FAE1-9747E9970F53}"/>
              </a:ext>
            </a:extLst>
          </p:cNvPr>
          <p:cNvSpPr/>
          <p:nvPr/>
        </p:nvSpPr>
        <p:spPr>
          <a:xfrm>
            <a:off x="3835450" y="6043438"/>
            <a:ext cx="463576" cy="499292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DA0C00D-2927-1408-6FB9-4FD211DC967E}"/>
              </a:ext>
            </a:extLst>
          </p:cNvPr>
          <p:cNvSpPr/>
          <p:nvPr/>
        </p:nvSpPr>
        <p:spPr>
          <a:xfrm>
            <a:off x="1947753" y="6043438"/>
            <a:ext cx="463576" cy="499292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0629604-93C3-FEC1-142B-8048A953E07D}"/>
                  </a:ext>
                </a:extLst>
              </p:cNvPr>
              <p:cNvSpPr txBox="1"/>
              <p:nvPr/>
            </p:nvSpPr>
            <p:spPr>
              <a:xfrm>
                <a:off x="683308" y="2106169"/>
                <a:ext cx="8613576" cy="58146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Individuals randomly allocated to </a:t>
                </a:r>
                <a:r>
                  <a:rPr lang="en-US" sz="2000" i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g</a:t>
                </a: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conditions and measured repeatedly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                Longitudinal experiment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Multilevel model formula for individual </a:t>
                </a:r>
                <a:r>
                  <a:rPr lang="en-US" sz="2000" i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i</a:t>
                </a: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at timepoint </a:t>
                </a:r>
                <a:r>
                  <a:rPr lang="en-US" sz="2000" i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j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i="1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𝐶𝑂𝑁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𝐶𝑂𝑁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𝐶𝑂𝑁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l-NL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algn="just"/>
                <a:endPara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algn="just"/>
                <a:endParaRPr lang="nl-NL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endParaRPr lang="nl-NL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endParaRPr lang="nl-NL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0629604-93C3-FEC1-142B-8048A953E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08" y="2106169"/>
                <a:ext cx="8613576" cy="5814669"/>
              </a:xfrm>
              <a:prstGeom prst="rect">
                <a:avLst/>
              </a:prstGeom>
              <a:blipFill>
                <a:blip r:embed="rId2"/>
                <a:stretch>
                  <a:fillRect l="-1699" r="-84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15164F3-85B2-4B6C-BAC6-B0D699AE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1C8AAA6-A0FB-3FD9-B071-AAE7A9D6E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6205" y="1026367"/>
            <a:ext cx="9803155" cy="911087"/>
          </a:xfrm>
        </p:spPr>
        <p:txBody>
          <a:bodyPr/>
          <a:lstStyle/>
          <a:p>
            <a:pPr algn="l"/>
            <a:r>
              <a:rPr lang="en-US"/>
              <a:t>Nested Data </a:t>
            </a:r>
            <a:r>
              <a:rPr lang="en-US" dirty="0"/>
              <a:t>– Multilevel Model</a:t>
            </a:r>
            <a:endParaRPr lang="nl-NL" dirty="0"/>
          </a:p>
        </p:txBody>
      </p:sp>
      <p:pic>
        <p:nvPicPr>
          <p:cNvPr id="4" name="Graphic 3" descr="Arrow: Slight curve with solid fill">
            <a:extLst>
              <a:ext uri="{FF2B5EF4-FFF2-40B4-BE49-F238E27FC236}">
                <a16:creationId xmlns:a16="http://schemas.microsoft.com/office/drawing/2014/main" id="{3626962A-CC4F-A0BD-8D23-CB910D855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805" y="2393302"/>
            <a:ext cx="914400" cy="914400"/>
          </a:xfrm>
          <a:prstGeom prst="rect">
            <a:avLst/>
          </a:prstGeom>
        </p:spPr>
      </p:pic>
      <p:pic>
        <p:nvPicPr>
          <p:cNvPr id="6" name="Graphic 5" descr="Badge with solid fill">
            <a:extLst>
              <a:ext uri="{FF2B5EF4-FFF2-40B4-BE49-F238E27FC236}">
                <a16:creationId xmlns:a16="http://schemas.microsoft.com/office/drawing/2014/main" id="{395329BF-1CA7-9DB3-EAE4-EE477E2C2B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88" y="5378684"/>
            <a:ext cx="914400" cy="914400"/>
          </a:xfrm>
          <a:prstGeom prst="rect">
            <a:avLst/>
          </a:prstGeom>
        </p:spPr>
      </p:pic>
      <p:pic>
        <p:nvPicPr>
          <p:cNvPr id="13" name="Graphic 12" descr="Badge 1 with solid fill">
            <a:extLst>
              <a:ext uri="{FF2B5EF4-FFF2-40B4-BE49-F238E27FC236}">
                <a16:creationId xmlns:a16="http://schemas.microsoft.com/office/drawing/2014/main" id="{4989116A-94A2-59A7-C853-A218E3F19F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188" y="4099103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C52EB2A-8C52-B2A2-402B-C270A5F79805}"/>
                  </a:ext>
                </a:extLst>
              </p:cNvPr>
              <p:cNvSpPr txBox="1"/>
              <p:nvPr/>
            </p:nvSpPr>
            <p:spPr>
              <a:xfrm rot="19813917">
                <a:off x="8220193" y="4255223"/>
                <a:ext cx="134023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C52EB2A-8C52-B2A2-402B-C270A5F79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13917">
                <a:off x="8220193" y="4255223"/>
                <a:ext cx="1340239" cy="276999"/>
              </a:xfrm>
              <a:prstGeom prst="rect">
                <a:avLst/>
              </a:prstGeom>
              <a:blipFill>
                <a:blip r:embed="rId9"/>
                <a:stretch>
                  <a:fillRect l="-5116" r="-2326" b="-1266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32B6C7-F55E-956D-ECBA-268F6851AB71}"/>
                  </a:ext>
                </a:extLst>
              </p:cNvPr>
              <p:cNvSpPr txBox="1"/>
              <p:nvPr/>
            </p:nvSpPr>
            <p:spPr>
              <a:xfrm rot="880338">
                <a:off x="6698554" y="3960604"/>
                <a:ext cx="134023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32B6C7-F55E-956D-ECBA-268F6851A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80338">
                <a:off x="6698554" y="3960604"/>
                <a:ext cx="1340239" cy="276999"/>
              </a:xfrm>
              <a:prstGeom prst="rect">
                <a:avLst/>
              </a:prstGeom>
              <a:blipFill>
                <a:blip r:embed="rId10"/>
                <a:stretch>
                  <a:fillRect l="-7111" t="-3960" b="-1386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7321E03-F42A-4CAA-D41D-F060A453092D}"/>
                  </a:ext>
                </a:extLst>
              </p:cNvPr>
              <p:cNvSpPr txBox="1"/>
              <p:nvPr/>
            </p:nvSpPr>
            <p:spPr>
              <a:xfrm rot="21082062">
                <a:off x="7208939" y="5260261"/>
                <a:ext cx="134023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7321E03-F42A-4CAA-D41D-F060A4530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82062">
                <a:off x="7208939" y="5260261"/>
                <a:ext cx="1340239" cy="276999"/>
              </a:xfrm>
              <a:prstGeom prst="rect">
                <a:avLst/>
              </a:prstGeom>
              <a:blipFill>
                <a:blip r:embed="rId11"/>
                <a:stretch>
                  <a:fillRect l="-5778" r="-1778" b="-2151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9BAF3E0-5B87-1FDC-D642-199CC792D983}"/>
                  </a:ext>
                </a:extLst>
              </p:cNvPr>
              <p:cNvSpPr txBox="1"/>
              <p:nvPr/>
            </p:nvSpPr>
            <p:spPr>
              <a:xfrm rot="2319277">
                <a:off x="5695297" y="4263197"/>
                <a:ext cx="1317797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9BAF3E0-5B87-1FDC-D642-199CC792D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19277">
                <a:off x="5695297" y="4263197"/>
                <a:ext cx="1317797" cy="276999"/>
              </a:xfrm>
              <a:prstGeom prst="rect">
                <a:avLst/>
              </a:prstGeom>
              <a:blipFill>
                <a:blip r:embed="rId12"/>
                <a:stretch>
                  <a:fillRect l="-9596" t="-4651" r="-5556" b="-1162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3800C1C-5D63-53A6-8BAD-17A6B5608028}"/>
                  </a:ext>
                </a:extLst>
              </p:cNvPr>
              <p:cNvSpPr txBox="1"/>
              <p:nvPr/>
            </p:nvSpPr>
            <p:spPr>
              <a:xfrm rot="1202721">
                <a:off x="9091896" y="4927981"/>
                <a:ext cx="1779461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3800C1C-5D63-53A6-8BAD-17A6B5608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02721">
                <a:off x="9091896" y="4927981"/>
                <a:ext cx="1779461" cy="276999"/>
              </a:xfrm>
              <a:prstGeom prst="rect">
                <a:avLst/>
              </a:prstGeom>
              <a:blipFill>
                <a:blip r:embed="rId13"/>
                <a:stretch>
                  <a:fillRect l="-5498" t="-2778" b="-902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66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16" grpId="0" animBg="1"/>
      <p:bldP spid="29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D2C19-FE6A-4D89-FF11-511C63AF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5A7D356-0AAA-AA02-A72A-B71E8ABC3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43D72C76-9DD5-B019-3E90-32EA30FBD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Content Overview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nl-NL" dirty="0"/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6541E0CB-CBA3-EFAB-B13B-CF58ABC644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Lab Seminar University of Geneva</a:t>
            </a:r>
            <a:endParaRPr lang="nl-N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2CBEB0-986E-6E2A-4C33-E4548E519EDE}"/>
              </a:ext>
            </a:extLst>
          </p:cNvPr>
          <p:cNvSpPr/>
          <p:nvPr/>
        </p:nvSpPr>
        <p:spPr>
          <a:xfrm>
            <a:off x="5169161" y="1335828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Problem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A69CE2-1651-04DD-A500-74EC8D53C40A}"/>
              </a:ext>
            </a:extLst>
          </p:cNvPr>
          <p:cNvSpPr/>
          <p:nvPr/>
        </p:nvSpPr>
        <p:spPr>
          <a:xfrm>
            <a:off x="5169161" y="2184005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Multilevel Models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A0A26D-D7C6-F21F-5CBC-8BAE9EC2B33B}"/>
              </a:ext>
            </a:extLst>
          </p:cNvPr>
          <p:cNvSpPr/>
          <p:nvPr/>
        </p:nvSpPr>
        <p:spPr>
          <a:xfrm>
            <a:off x="5169161" y="3032182"/>
            <a:ext cx="3125754" cy="614270"/>
          </a:xfrm>
          <a:prstGeom prst="roundRect">
            <a:avLst/>
          </a:prstGeom>
          <a:solidFill>
            <a:srgbClr val="FFCD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Bayesian Hypothesis Evaluation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9B4BFB-6B7D-0F74-9F8B-CF16E2F3DDFE}"/>
              </a:ext>
            </a:extLst>
          </p:cNvPr>
          <p:cNvSpPr/>
          <p:nvPr/>
        </p:nvSpPr>
        <p:spPr>
          <a:xfrm>
            <a:off x="5169161" y="3880359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BayesSSD package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E4AF1D-B8F4-A1A2-5AF9-E6A2FA2EAF03}"/>
              </a:ext>
            </a:extLst>
          </p:cNvPr>
          <p:cNvSpPr/>
          <p:nvPr/>
        </p:nvSpPr>
        <p:spPr>
          <a:xfrm>
            <a:off x="5169161" y="4728536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Modelling Attrition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6770DC-60B2-DA56-AC3B-EC9656391DD1}"/>
              </a:ext>
            </a:extLst>
          </p:cNvPr>
          <p:cNvSpPr/>
          <p:nvPr/>
        </p:nvSpPr>
        <p:spPr>
          <a:xfrm>
            <a:off x="5169161" y="5576713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Wrap-up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335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2144B-CCC7-AF89-D7AA-CECF29356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AD61396-A1D7-A411-6AF9-F6C3D3DE7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77A1FC8-3467-F2C4-3DA1-8DA69D694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207" y="963344"/>
            <a:ext cx="11112759" cy="2477278"/>
          </a:xfrm>
        </p:spPr>
        <p:txBody>
          <a:bodyPr/>
          <a:lstStyle/>
          <a:p>
            <a:r>
              <a:rPr lang="en-US" dirty="0"/>
              <a:t>Bayesian Hypothesis Evaluation (BHE)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Null Hypothesis Significance Testing (NHST)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9CA5416-07BD-7683-8C12-8E0F6E685004}"/>
                  </a:ext>
                </a:extLst>
              </p:cNvPr>
              <p:cNvSpPr txBox="1"/>
              <p:nvPr/>
            </p:nvSpPr>
            <p:spPr>
              <a:xfrm>
                <a:off x="756897" y="3983308"/>
                <a:ext cx="10681377" cy="24438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Some drawbacks of NHST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The </a:t>
                </a:r>
                <a:r>
                  <a:rPr lang="en-US" sz="2000" i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p</a:t>
                </a: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-value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Open Sans Light" panose="020B0306030504020204" pitchFamily="34" charset="0"/>
                        <a:cs typeface="Open Sans Light" panose="020B0306030504020204" pitchFamily="34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Open Sans Light" panose="020B0306030504020204" pitchFamily="34" charset="0"/>
                        <a:cs typeface="Open Sans Light" panose="020B0306030504020204" pitchFamily="34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Open Sans Light" panose="020B0306030504020204" pitchFamily="34" charset="0"/>
                        <a:cs typeface="Open Sans Light" panose="020B0306030504020204" pitchFamily="34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Open Sans Light" panose="020B0306030504020204" pitchFamily="34" charset="0"/>
                        <a:cs typeface="Open Sans Light" panose="020B0306030504020204" pitchFamily="34" charset="0"/>
                      </a:rPr>
                      <m:t>|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Open Sans Light" panose="020B0306030504020204" pitchFamily="34" charset="0"/>
                        <a:cs typeface="Open Sans Light" panose="020B030603050402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is the </a:t>
                </a:r>
                <a:r>
                  <a:rPr lang="en-US" sz="2000" b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inverse</a:t>
                </a: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of what we are actually interested in: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Open Sans Light" panose="020B0306030504020204" pitchFamily="34" charset="0"/>
                        <a:cs typeface="Open Sans Light" panose="020B0306030504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m:t>𝐻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m:t>𝐷</m:t>
                        </m:r>
                      </m:e>
                    </m:d>
                  </m:oMath>
                </a14:m>
                <a:endPara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is in most cases a priori implausible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Dichotomous decision rule (significant vs. non-significant)</a:t>
                </a:r>
                <a:endParaRPr lang="nl-NL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The </a:t>
                </a:r>
                <a:r>
                  <a:rPr lang="en-US" sz="2000" i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p</a:t>
                </a: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-value and confidence intervals are often misinterpreted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9CA5416-07BD-7683-8C12-8E0F6E685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97" y="3983308"/>
                <a:ext cx="10681377" cy="2443811"/>
              </a:xfrm>
              <a:prstGeom prst="rect">
                <a:avLst/>
              </a:prstGeom>
              <a:blipFill>
                <a:blip r:embed="rId2"/>
                <a:stretch>
                  <a:fillRect l="-1998" b="-548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phic 8" descr="Fencing with solid fill">
            <a:extLst>
              <a:ext uri="{FF2B5EF4-FFF2-40B4-BE49-F238E27FC236}">
                <a16:creationId xmlns:a16="http://schemas.microsoft.com/office/drawing/2014/main" id="{5388E2F4-7DEE-E441-2581-C1ED96D9E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0387" y="1744783"/>
            <a:ext cx="914400" cy="914400"/>
          </a:xfrm>
          <a:prstGeom prst="rect">
            <a:avLst/>
          </a:prstGeom>
        </p:spPr>
      </p:pic>
      <p:pic>
        <p:nvPicPr>
          <p:cNvPr id="14" name="Graphic 13" descr="Sad face with solid fill with solid fill">
            <a:extLst>
              <a:ext uri="{FF2B5EF4-FFF2-40B4-BE49-F238E27FC236}">
                <a16:creationId xmlns:a16="http://schemas.microsoft.com/office/drawing/2014/main" id="{9DC7A66B-8E05-3484-366C-2B974FF903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423" y="4665345"/>
            <a:ext cx="438694" cy="438694"/>
          </a:xfrm>
          <a:prstGeom prst="rect">
            <a:avLst/>
          </a:prstGeom>
        </p:spPr>
      </p:pic>
      <p:pic>
        <p:nvPicPr>
          <p:cNvPr id="15" name="Graphic 14" descr="Sad face with solid fill with solid fill">
            <a:extLst>
              <a:ext uri="{FF2B5EF4-FFF2-40B4-BE49-F238E27FC236}">
                <a16:creationId xmlns:a16="http://schemas.microsoft.com/office/drawing/2014/main" id="{BC0C4AA4-52C3-8134-B319-8DD5F6850D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423" y="5104039"/>
            <a:ext cx="438694" cy="438694"/>
          </a:xfrm>
          <a:prstGeom prst="rect">
            <a:avLst/>
          </a:prstGeom>
        </p:spPr>
      </p:pic>
      <p:pic>
        <p:nvPicPr>
          <p:cNvPr id="17" name="Graphic 16" descr="Sad face with solid fill with solid fill">
            <a:extLst>
              <a:ext uri="{FF2B5EF4-FFF2-40B4-BE49-F238E27FC236}">
                <a16:creationId xmlns:a16="http://schemas.microsoft.com/office/drawing/2014/main" id="{0F3CEB29-6AE3-91F9-BBEE-145E8E1C5D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423" y="5542733"/>
            <a:ext cx="438694" cy="438694"/>
          </a:xfrm>
          <a:prstGeom prst="rect">
            <a:avLst/>
          </a:prstGeom>
        </p:spPr>
      </p:pic>
      <p:pic>
        <p:nvPicPr>
          <p:cNvPr id="20" name="Graphic 19" descr="Sad face with solid fill with solid fill">
            <a:extLst>
              <a:ext uri="{FF2B5EF4-FFF2-40B4-BE49-F238E27FC236}">
                <a16:creationId xmlns:a16="http://schemas.microsoft.com/office/drawing/2014/main" id="{FA2C745D-B270-7F42-15FC-A030526B28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423" y="5981427"/>
            <a:ext cx="438694" cy="43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9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D78A7-32C6-7906-B681-70A358F7B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BD141B2-CC30-0356-28AF-947FD5B0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283476C-FAF1-CDB9-94F7-0DD71F91C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207" y="963344"/>
            <a:ext cx="11112759" cy="2477278"/>
          </a:xfrm>
        </p:spPr>
        <p:txBody>
          <a:bodyPr/>
          <a:lstStyle/>
          <a:p>
            <a:r>
              <a:rPr lang="en-US" dirty="0"/>
              <a:t>Bayesian Hypothesis Evaluation (BHE)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Null Hypothesis Significance Testing (NHST)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A1CA31E-9E03-D224-2D00-261806E4DD7B}"/>
                  </a:ext>
                </a:extLst>
              </p:cNvPr>
              <p:cNvSpPr txBox="1"/>
              <p:nvPr/>
            </p:nvSpPr>
            <p:spPr>
              <a:xfrm>
                <a:off x="756897" y="3983308"/>
                <a:ext cx="10681377" cy="24438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Some advantages of BHE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Posterior Model Probability represents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Open Sans Light" panose="020B0306030504020204" pitchFamily="34" charset="0"/>
                        <a:cs typeface="Open Sans Light" panose="020B0306030504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m:t>𝐻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m:t>𝐷</m:t>
                        </m:r>
                      </m:e>
                    </m:d>
                  </m:oMath>
                </a14:m>
                <a:endParaRPr lang="en-US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is not needed anymore (but can still be used)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Quantification of relative evidence without the need for a universal cut-off </a:t>
                </a:r>
                <a:endParaRPr lang="nl-NL" sz="20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Straightforward interpretation 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A1CA31E-9E03-D224-2D00-261806E4D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97" y="3983308"/>
                <a:ext cx="10681377" cy="2443811"/>
              </a:xfrm>
              <a:prstGeom prst="rect">
                <a:avLst/>
              </a:prstGeom>
              <a:blipFill>
                <a:blip r:embed="rId2"/>
                <a:stretch>
                  <a:fillRect l="-1998" b="-548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phic 8" descr="Fencing with solid fill">
            <a:extLst>
              <a:ext uri="{FF2B5EF4-FFF2-40B4-BE49-F238E27FC236}">
                <a16:creationId xmlns:a16="http://schemas.microsoft.com/office/drawing/2014/main" id="{DEAC5A4A-B9E3-8E26-5A3A-B027DA767C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0387" y="1744783"/>
            <a:ext cx="914400" cy="914400"/>
          </a:xfrm>
          <a:prstGeom prst="rect">
            <a:avLst/>
          </a:prstGeom>
        </p:spPr>
      </p:pic>
      <p:pic>
        <p:nvPicPr>
          <p:cNvPr id="5" name="Graphic 4" descr="Smiling face with solid fill with solid fill">
            <a:extLst>
              <a:ext uri="{FF2B5EF4-FFF2-40B4-BE49-F238E27FC236}">
                <a16:creationId xmlns:a16="http://schemas.microsoft.com/office/drawing/2014/main" id="{114B4E2B-081E-D4A4-9432-F5ADC40AE5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423" y="4665345"/>
            <a:ext cx="438694" cy="438694"/>
          </a:xfrm>
          <a:prstGeom prst="rect">
            <a:avLst/>
          </a:prstGeom>
        </p:spPr>
      </p:pic>
      <p:pic>
        <p:nvPicPr>
          <p:cNvPr id="6" name="Graphic 5" descr="Smiling face with solid fill with solid fill">
            <a:extLst>
              <a:ext uri="{FF2B5EF4-FFF2-40B4-BE49-F238E27FC236}">
                <a16:creationId xmlns:a16="http://schemas.microsoft.com/office/drawing/2014/main" id="{1A5F5568-A7CA-7D0A-64E4-18AE29AFCD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423" y="5103509"/>
            <a:ext cx="438694" cy="438694"/>
          </a:xfrm>
          <a:prstGeom prst="rect">
            <a:avLst/>
          </a:prstGeom>
        </p:spPr>
      </p:pic>
      <p:pic>
        <p:nvPicPr>
          <p:cNvPr id="7" name="Graphic 6" descr="Smiling face with solid fill with solid fill">
            <a:extLst>
              <a:ext uri="{FF2B5EF4-FFF2-40B4-BE49-F238E27FC236}">
                <a16:creationId xmlns:a16="http://schemas.microsoft.com/office/drawing/2014/main" id="{BB80F2FD-FD4B-C7AF-CB2D-9FE4DE6915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423" y="5542733"/>
            <a:ext cx="438694" cy="438694"/>
          </a:xfrm>
          <a:prstGeom prst="rect">
            <a:avLst/>
          </a:prstGeom>
        </p:spPr>
      </p:pic>
      <p:pic>
        <p:nvPicPr>
          <p:cNvPr id="8" name="Graphic 7" descr="Smiling face with solid fill with solid fill">
            <a:extLst>
              <a:ext uri="{FF2B5EF4-FFF2-40B4-BE49-F238E27FC236}">
                <a16:creationId xmlns:a16="http://schemas.microsoft.com/office/drawing/2014/main" id="{356A6D81-0EC0-495F-595F-332C373A3D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423" y="5980367"/>
            <a:ext cx="438694" cy="43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28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3A640-6060-1409-96DF-1BFE10686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A3BB71C-E40A-A8BA-C5D3-5D0567A2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pic>
        <p:nvPicPr>
          <p:cNvPr id="9" name="Graphic 8" descr="Fencing with solid fill">
            <a:extLst>
              <a:ext uri="{FF2B5EF4-FFF2-40B4-BE49-F238E27FC236}">
                <a16:creationId xmlns:a16="http://schemas.microsoft.com/office/drawing/2014/main" id="{50D9C602-110C-FD85-B6EA-3AEA3D0D1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0387" y="1744783"/>
            <a:ext cx="914400" cy="91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C76D54-0AF3-A7E8-2715-FA550B616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518" y="919967"/>
            <a:ext cx="9640135" cy="587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96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79E1B-C3B2-0CB6-3934-E9A280D4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2D7E2E7-D711-C8E1-AFB0-8C7B06BB7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B0A30-F2B4-18DE-C6AE-84FDA0E03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72" y="1020574"/>
            <a:ext cx="11667231" cy="583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97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6CCAA-C09E-C0BB-31A5-47ACBD3C5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B928AEC-720D-E117-4AB5-4177E50F4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434A242-33F8-74C6-0A96-BD313B7673B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100" b="0" i="1" kern="1200">
                <a:solidFill>
                  <a:schemeClr val="tx1"/>
                </a:solidFill>
                <a:latin typeface="Merriweather Ligh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Bayes Factors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CF0D20B8-A2DA-737A-AB3C-F07BC4D4C3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7190" y="1825625"/>
                <a:ext cx="5933835" cy="4667250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Arial" pitchFamily="34" charset="0"/>
                  <a:buNone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Arial" pitchFamily="34" charset="0"/>
                  <a:buNone/>
                  <a:defRPr sz="1600" b="1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2pPr>
                <a:lvl3pPr marL="270000" indent="-270000" algn="l" defTabSz="914400" rtl="0" eaLnBrk="1" latinLnBrk="0" hangingPunct="1">
                  <a:lnSpc>
                    <a:spcPct val="110000"/>
                  </a:lnSpc>
                  <a:spcBef>
                    <a:spcPts val="2100"/>
                  </a:spcBef>
                  <a:buFont typeface="Verdana" pitchFamily="34" charset="0"/>
                  <a:buChar char="•"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3pPr>
                <a:lvl4pPr marL="270000" indent="-270000" algn="l" defTabSz="914400" rtl="0" eaLnBrk="1" latinLnBrk="0" hangingPunct="1">
                  <a:lnSpc>
                    <a:spcPct val="110000"/>
                  </a:lnSpc>
                  <a:spcBef>
                    <a:spcPts val="2100"/>
                  </a:spcBef>
                  <a:buFont typeface="Verdana" pitchFamily="34" charset="0"/>
                  <a:buChar char="•"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4pPr>
                <a:lvl5pPr marL="810000" indent="-27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Verdana" pitchFamily="34" charset="0"/>
                  <a:buChar char="–"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Marginal likelihood ratio</a:t>
                </a:r>
              </a:p>
              <a:p>
                <a:pPr lvl="0"/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𝐵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Reflect the </a:t>
                </a:r>
                <a:r>
                  <a:rPr lang="en-US" sz="2000" b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update in belief </a:t>
                </a: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after considering data</a:t>
                </a:r>
              </a:p>
              <a:p>
                <a:pPr lvl="0"/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𝐵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r>
                  <a:rPr lang="en-US" sz="1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(posterior odds)		   (prior odds)</a:t>
                </a:r>
              </a:p>
              <a:p>
                <a:pPr lvl="0"/>
                <a:endParaRPr lang="en-US" sz="2800" b="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0"/>
                <a:endParaRPr lang="en-US" sz="2800" b="0" i="1" dirty="0">
                  <a:latin typeface="+mn-lt"/>
                  <a:ea typeface="+mn-ea"/>
                  <a:cs typeface="+mn-cs"/>
                </a:endParaRPr>
              </a:p>
              <a:p>
                <a:pPr lvl="0"/>
                <a:endParaRPr lang="en-US" sz="2800" i="1" dirty="0">
                  <a:latin typeface="+mn-lt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+mn-lt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+mn-lt"/>
                  <a:ea typeface="+mn-ea"/>
                  <a:cs typeface="+mn-cs"/>
                </a:endParaRPr>
              </a:p>
              <a:p>
                <a:endParaRPr lang="en-US" sz="2800" i="1" dirty="0">
                  <a:latin typeface="Cambria Math" panose="02040503050406030204" pitchFamily="18" charset="0"/>
                </a:endParaRPr>
              </a:p>
              <a:p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lvl="0"/>
                <a:endParaRPr lang="nl-NL" sz="2800" i="1" dirty="0"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CF0D20B8-A2DA-737A-AB3C-F07BC4D4C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190" y="1825625"/>
                <a:ext cx="5933835" cy="4667250"/>
              </a:xfrm>
              <a:prstGeom prst="rect">
                <a:avLst/>
              </a:prstGeom>
              <a:blipFill>
                <a:blip r:embed="rId2"/>
                <a:stretch>
                  <a:fillRect l="-1131" t="-39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phic 15" descr="Scales of justice with solid fill">
            <a:extLst>
              <a:ext uri="{FF2B5EF4-FFF2-40B4-BE49-F238E27FC236}">
                <a16:creationId xmlns:a16="http://schemas.microsoft.com/office/drawing/2014/main" id="{EF33826C-47C4-9E4C-CE9E-617F1AC9D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1183" y="2225065"/>
            <a:ext cx="4120025" cy="4120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186D87-2FBF-3786-FCDC-649C8B7DA8A8}"/>
              </a:ext>
            </a:extLst>
          </p:cNvPr>
          <p:cNvSpPr txBox="1"/>
          <p:nvPr/>
        </p:nvSpPr>
        <p:spPr>
          <a:xfrm>
            <a:off x="8114128" y="4285077"/>
            <a:ext cx="34048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/>
              <a:t>H</a:t>
            </a:r>
            <a:r>
              <a:rPr lang="en-US" sz="2000" b="1" baseline="-25000" dirty="0"/>
              <a:t>1</a:t>
            </a:r>
            <a:endParaRPr lang="nl-NL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913AF-354C-A644-F8B0-BD0E5B22DF0C}"/>
              </a:ext>
            </a:extLst>
          </p:cNvPr>
          <p:cNvSpPr txBox="1"/>
          <p:nvPr/>
        </p:nvSpPr>
        <p:spPr>
          <a:xfrm>
            <a:off x="10526579" y="4285076"/>
            <a:ext cx="24846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/>
              <a:t>H</a:t>
            </a:r>
            <a:r>
              <a:rPr lang="en-US" sz="2000" b="1" baseline="-25000" dirty="0"/>
              <a:t>2</a:t>
            </a:r>
            <a:endParaRPr lang="nl-NL" sz="2000" b="1" baseline="-25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D0857D1-5D42-D57B-CC9D-4A01A7C61FD3}"/>
              </a:ext>
            </a:extLst>
          </p:cNvPr>
          <p:cNvSpPr/>
          <p:nvPr/>
        </p:nvSpPr>
        <p:spPr>
          <a:xfrm>
            <a:off x="8474283" y="1581503"/>
            <a:ext cx="1913823" cy="8572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C635C4-AACB-C2ED-D6C8-54324051750B}"/>
                  </a:ext>
                </a:extLst>
              </p:cNvPr>
              <p:cNvSpPr txBox="1"/>
              <p:nvPr/>
            </p:nvSpPr>
            <p:spPr>
              <a:xfrm>
                <a:off x="8690510" y="1838473"/>
                <a:ext cx="1481368" cy="430887"/>
              </a:xfrm>
              <a:prstGeom prst="rect">
                <a:avLst/>
              </a:prstGeom>
              <a:solidFill>
                <a:srgbClr val="FFCD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C635C4-AACB-C2ED-D6C8-543240517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510" y="1838473"/>
                <a:ext cx="148136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331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2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BF12-B1C1-C4BC-F393-65F36C52E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3A289EC-B669-4E7E-999F-D993FA193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12A2ACC-BE21-1B50-A3C2-5A74DDED01B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100" b="0" i="1" kern="1200">
                <a:solidFill>
                  <a:schemeClr val="tx1"/>
                </a:solidFill>
                <a:latin typeface="Merriweather Ligh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Bayes Factors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C4E7D32B-83EE-9212-B519-AF375D096B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7190" y="1825625"/>
                <a:ext cx="5978917" cy="4667250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Arial" pitchFamily="34" charset="0"/>
                  <a:buNone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Arial" pitchFamily="34" charset="0"/>
                  <a:buNone/>
                  <a:defRPr sz="1600" b="1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2pPr>
                <a:lvl3pPr marL="270000" indent="-270000" algn="l" defTabSz="914400" rtl="0" eaLnBrk="1" latinLnBrk="0" hangingPunct="1">
                  <a:lnSpc>
                    <a:spcPct val="110000"/>
                  </a:lnSpc>
                  <a:spcBef>
                    <a:spcPts val="2100"/>
                  </a:spcBef>
                  <a:buFont typeface="Verdana" pitchFamily="34" charset="0"/>
                  <a:buChar char="•"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3pPr>
                <a:lvl4pPr marL="270000" indent="-270000" algn="l" defTabSz="914400" rtl="0" eaLnBrk="1" latinLnBrk="0" hangingPunct="1">
                  <a:lnSpc>
                    <a:spcPct val="110000"/>
                  </a:lnSpc>
                  <a:spcBef>
                    <a:spcPts val="2100"/>
                  </a:spcBef>
                  <a:buFont typeface="Verdana" pitchFamily="34" charset="0"/>
                  <a:buChar char="•"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4pPr>
                <a:lvl5pPr marL="810000" indent="-27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Verdana" pitchFamily="34" charset="0"/>
                  <a:buChar char="–"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Marginal likelihood ratio</a:t>
                </a:r>
              </a:p>
              <a:p>
                <a:pPr lvl="0"/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𝐵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Reflect the </a:t>
                </a:r>
                <a:r>
                  <a:rPr lang="en-US" sz="2000" b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update in belief </a:t>
                </a: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after considering data</a:t>
                </a:r>
              </a:p>
              <a:p>
                <a:pPr lvl="0"/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𝐵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r>
                  <a:rPr lang="en-US" sz="1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(posterior odds)		   (prior odds)</a:t>
                </a:r>
              </a:p>
              <a:p>
                <a:pPr lvl="0"/>
                <a:endParaRPr lang="en-US" sz="2800" b="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0"/>
                <a:endParaRPr lang="en-US" sz="2800" b="0" i="1" dirty="0">
                  <a:latin typeface="+mn-lt"/>
                  <a:ea typeface="+mn-ea"/>
                  <a:cs typeface="+mn-cs"/>
                </a:endParaRPr>
              </a:p>
              <a:p>
                <a:pPr lvl="0"/>
                <a:endParaRPr lang="en-US" sz="2800" i="1" dirty="0">
                  <a:latin typeface="+mn-lt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+mn-lt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+mn-lt"/>
                  <a:ea typeface="+mn-ea"/>
                  <a:cs typeface="+mn-cs"/>
                </a:endParaRPr>
              </a:p>
              <a:p>
                <a:endParaRPr lang="en-US" sz="2800" i="1" dirty="0">
                  <a:latin typeface="Cambria Math" panose="02040503050406030204" pitchFamily="18" charset="0"/>
                </a:endParaRPr>
              </a:p>
              <a:p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lvl="0"/>
                <a:endParaRPr lang="nl-NL" sz="2800" i="1" dirty="0"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C4E7D32B-83EE-9212-B519-AF375D096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190" y="1825625"/>
                <a:ext cx="5978917" cy="4667250"/>
              </a:xfrm>
              <a:prstGeom prst="rect">
                <a:avLst/>
              </a:prstGeom>
              <a:blipFill>
                <a:blip r:embed="rId2"/>
                <a:stretch>
                  <a:fillRect l="-1122" t="-39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E92277F-C262-6765-D4DB-8932FC0E6B9A}"/>
              </a:ext>
            </a:extLst>
          </p:cNvPr>
          <p:cNvSpPr txBox="1"/>
          <p:nvPr/>
        </p:nvSpPr>
        <p:spPr>
          <a:xfrm>
            <a:off x="8160827" y="4405091"/>
            <a:ext cx="34048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/>
              <a:t>H</a:t>
            </a:r>
            <a:r>
              <a:rPr lang="en-US" sz="2000" b="1" baseline="-25000" dirty="0"/>
              <a:t>1</a:t>
            </a:r>
            <a:endParaRPr lang="nl-NL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A58FC0-45FC-6BF8-8E65-9973791B983D}"/>
              </a:ext>
            </a:extLst>
          </p:cNvPr>
          <p:cNvSpPr txBox="1"/>
          <p:nvPr/>
        </p:nvSpPr>
        <p:spPr>
          <a:xfrm>
            <a:off x="10487313" y="3562350"/>
            <a:ext cx="24846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/>
              <a:t>H</a:t>
            </a:r>
            <a:r>
              <a:rPr lang="en-US" sz="2000" b="1" baseline="-25000" dirty="0"/>
              <a:t>2</a:t>
            </a:r>
            <a:endParaRPr lang="nl-NL" sz="2000" b="1" baseline="-25000" dirty="0"/>
          </a:p>
        </p:txBody>
      </p:sp>
      <p:pic>
        <p:nvPicPr>
          <p:cNvPr id="3" name="Graphic 2" descr="Weights Uneven with solid fill">
            <a:extLst>
              <a:ext uri="{FF2B5EF4-FFF2-40B4-BE49-F238E27FC236}">
                <a16:creationId xmlns:a16="http://schemas.microsoft.com/office/drawing/2014/main" id="{BA61886E-1A18-FE82-17E3-E25122ABD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2800" y="2224800"/>
            <a:ext cx="4120025" cy="41200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77E36DD-0821-A5DE-D6D9-4B87A47473C5}"/>
              </a:ext>
            </a:extLst>
          </p:cNvPr>
          <p:cNvSpPr/>
          <p:nvPr/>
        </p:nvSpPr>
        <p:spPr>
          <a:xfrm>
            <a:off x="8474283" y="1581503"/>
            <a:ext cx="1913823" cy="8572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A7B6D1-232C-787B-654E-EFA11BCD672B}"/>
                  </a:ext>
                </a:extLst>
              </p:cNvPr>
              <p:cNvSpPr txBox="1"/>
              <p:nvPr/>
            </p:nvSpPr>
            <p:spPr>
              <a:xfrm>
                <a:off x="8690510" y="1838473"/>
                <a:ext cx="1481368" cy="430887"/>
              </a:xfrm>
              <a:prstGeom prst="rect">
                <a:avLst/>
              </a:prstGeom>
              <a:solidFill>
                <a:srgbClr val="FFCD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A7B6D1-232C-787B-654E-EFA11BCD6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510" y="1838473"/>
                <a:ext cx="148136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7467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C1A7-C874-94FF-A96C-4B63E5E9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D8B77A0-10D1-4000-8CC9-B45506844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nl-NL" dirty="0"/>
          </a:p>
          <a:p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4A02C54-AEA9-D7F9-D002-74270EBCD6E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100" b="0" i="1" kern="1200">
                <a:solidFill>
                  <a:schemeClr val="tx1"/>
                </a:solidFill>
                <a:latin typeface="Merriweather Ligh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Bayes Factors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5ACCFE0C-0E09-5AC7-69E9-03FB839ED0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7191" y="1825625"/>
                <a:ext cx="6000700" cy="4667250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Arial" pitchFamily="34" charset="0"/>
                  <a:buNone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Arial" pitchFamily="34" charset="0"/>
                  <a:buNone/>
                  <a:defRPr sz="1600" b="1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2pPr>
                <a:lvl3pPr marL="270000" indent="-270000" algn="l" defTabSz="914400" rtl="0" eaLnBrk="1" latinLnBrk="0" hangingPunct="1">
                  <a:lnSpc>
                    <a:spcPct val="110000"/>
                  </a:lnSpc>
                  <a:spcBef>
                    <a:spcPts val="2100"/>
                  </a:spcBef>
                  <a:buFont typeface="Verdana" pitchFamily="34" charset="0"/>
                  <a:buChar char="•"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3pPr>
                <a:lvl4pPr marL="270000" indent="-270000" algn="l" defTabSz="914400" rtl="0" eaLnBrk="1" latinLnBrk="0" hangingPunct="1">
                  <a:lnSpc>
                    <a:spcPct val="110000"/>
                  </a:lnSpc>
                  <a:spcBef>
                    <a:spcPts val="2100"/>
                  </a:spcBef>
                  <a:buFont typeface="Verdana" pitchFamily="34" charset="0"/>
                  <a:buChar char="•"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4pPr>
                <a:lvl5pPr marL="810000" indent="-27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Verdana" pitchFamily="34" charset="0"/>
                  <a:buChar char="–"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Marginal likelihood ratio</a:t>
                </a:r>
              </a:p>
              <a:p>
                <a:pPr lvl="0"/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𝐵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Reflect the </a:t>
                </a:r>
                <a:r>
                  <a:rPr lang="en-US" sz="2000" b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update in belief </a:t>
                </a:r>
                <a:r>
                  <a:rPr lang="en-US" sz="2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after considering data</a:t>
                </a:r>
              </a:p>
              <a:p>
                <a:pPr lvl="0"/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𝐵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r>
                  <a:rPr lang="en-US" sz="1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(posterior odds)		   (prior odds)</a:t>
                </a:r>
              </a:p>
              <a:p>
                <a:pPr lvl="0"/>
                <a:endParaRPr lang="en-US" sz="2800" b="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0"/>
                <a:endParaRPr lang="en-US" sz="2800" b="0" i="1" dirty="0">
                  <a:latin typeface="+mn-lt"/>
                  <a:ea typeface="+mn-ea"/>
                  <a:cs typeface="+mn-cs"/>
                </a:endParaRPr>
              </a:p>
              <a:p>
                <a:pPr lvl="0"/>
                <a:endParaRPr lang="en-US" sz="2800" i="1" dirty="0">
                  <a:latin typeface="+mn-lt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+mn-lt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+mn-lt"/>
                  <a:ea typeface="+mn-ea"/>
                  <a:cs typeface="+mn-cs"/>
                </a:endParaRPr>
              </a:p>
              <a:p>
                <a:endParaRPr lang="en-US" sz="2800" i="1" dirty="0">
                  <a:latin typeface="Cambria Math" panose="02040503050406030204" pitchFamily="18" charset="0"/>
                </a:endParaRPr>
              </a:p>
              <a:p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lvl="0"/>
                <a:endParaRPr lang="nl-NL" sz="2800" i="1" dirty="0"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5ACCFE0C-0E09-5AC7-69E9-03FB839ED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191" y="1825625"/>
                <a:ext cx="6000700" cy="4667250"/>
              </a:xfrm>
              <a:prstGeom prst="rect">
                <a:avLst/>
              </a:prstGeom>
              <a:blipFill>
                <a:blip r:embed="rId2"/>
                <a:stretch>
                  <a:fillRect l="-1118" t="-39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25140A2-DD00-F5B9-CA53-EB08E212F601}"/>
              </a:ext>
            </a:extLst>
          </p:cNvPr>
          <p:cNvSpPr txBox="1"/>
          <p:nvPr/>
        </p:nvSpPr>
        <p:spPr>
          <a:xfrm>
            <a:off x="8168087" y="3562276"/>
            <a:ext cx="34048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/>
              <a:t>H</a:t>
            </a:r>
            <a:r>
              <a:rPr lang="en-US" sz="2000" b="1" baseline="-25000" dirty="0"/>
              <a:t>1</a:t>
            </a:r>
            <a:endParaRPr lang="nl-NL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A883EF-29FB-63A4-7B72-BE40BD2D6D04}"/>
              </a:ext>
            </a:extLst>
          </p:cNvPr>
          <p:cNvSpPr txBox="1"/>
          <p:nvPr/>
        </p:nvSpPr>
        <p:spPr>
          <a:xfrm>
            <a:off x="10490831" y="4461277"/>
            <a:ext cx="24846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/>
              <a:t>H</a:t>
            </a:r>
            <a:r>
              <a:rPr lang="en-US" sz="2000" b="1" baseline="-25000" dirty="0"/>
              <a:t>2</a:t>
            </a:r>
            <a:endParaRPr lang="nl-NL" sz="2000" b="1" baseline="-25000" dirty="0"/>
          </a:p>
        </p:txBody>
      </p:sp>
      <p:pic>
        <p:nvPicPr>
          <p:cNvPr id="3" name="Graphic 2" descr="Weights Uneven with solid fill">
            <a:extLst>
              <a:ext uri="{FF2B5EF4-FFF2-40B4-BE49-F238E27FC236}">
                <a16:creationId xmlns:a16="http://schemas.microsoft.com/office/drawing/2014/main" id="{23003A04-ABF4-A70A-C4ED-1A41B7CB9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372800" y="2224800"/>
            <a:ext cx="4120025" cy="41200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8C7F350-0EF7-A8F0-1597-31C2C4C1F543}"/>
              </a:ext>
            </a:extLst>
          </p:cNvPr>
          <p:cNvSpPr/>
          <p:nvPr/>
        </p:nvSpPr>
        <p:spPr>
          <a:xfrm>
            <a:off x="8332043" y="1542816"/>
            <a:ext cx="2265014" cy="887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7822C3-558C-9BEE-1F60-9EB265B140F3}"/>
                  </a:ext>
                </a:extLst>
              </p:cNvPr>
              <p:cNvSpPr txBox="1"/>
              <p:nvPr/>
            </p:nvSpPr>
            <p:spPr>
              <a:xfrm>
                <a:off x="8548270" y="1799787"/>
                <a:ext cx="1753878" cy="430887"/>
              </a:xfrm>
              <a:prstGeom prst="rect">
                <a:avLst/>
              </a:prstGeom>
              <a:solidFill>
                <a:srgbClr val="FFCD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7822C3-558C-9BEE-1F60-9EB265B14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270" y="1799787"/>
                <a:ext cx="175387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9603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52D74-029A-7C50-8587-140A57FD0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A86260D-EE24-A239-0C10-20DFB733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15-04-26</a:t>
            </a:r>
          </a:p>
          <a:p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A1FE591-3A2A-082B-FE58-AB058FAADEB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100" b="0" i="1" kern="1200">
                <a:solidFill>
                  <a:schemeClr val="tx1"/>
                </a:solidFill>
                <a:latin typeface="Merriweather Ligh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Posterior Model Probabilities</a:t>
            </a:r>
            <a:endParaRPr lang="nl-NL" dirty="0"/>
          </a:p>
        </p:txBody>
      </p:sp>
      <p:pic>
        <p:nvPicPr>
          <p:cNvPr id="18" name="Graphic 17" descr="Pie chart with solid fill">
            <a:extLst>
              <a:ext uri="{FF2B5EF4-FFF2-40B4-BE49-F238E27FC236}">
                <a16:creationId xmlns:a16="http://schemas.microsoft.com/office/drawing/2014/main" id="{18F41D0D-9E30-A16F-8899-DC08D5C78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9891" y="1958756"/>
            <a:ext cx="3630688" cy="36306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1FA057-BA96-ED58-923F-217BFD0B76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7190" y="1825625"/>
                <a:ext cx="7317952" cy="4667250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Arial" pitchFamily="34" charset="0"/>
                  <a:buNone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Arial" pitchFamily="34" charset="0"/>
                  <a:buNone/>
                  <a:defRPr sz="1600" b="1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2pPr>
                <a:lvl3pPr marL="270000" indent="-270000" algn="l" defTabSz="914400" rtl="0" eaLnBrk="1" latinLnBrk="0" hangingPunct="1">
                  <a:lnSpc>
                    <a:spcPct val="110000"/>
                  </a:lnSpc>
                  <a:spcBef>
                    <a:spcPts val="2100"/>
                  </a:spcBef>
                  <a:buFont typeface="Verdana" pitchFamily="34" charset="0"/>
                  <a:buChar char="•"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3pPr>
                <a:lvl4pPr marL="270000" indent="-270000" algn="l" defTabSz="914400" rtl="0" eaLnBrk="1" latinLnBrk="0" hangingPunct="1">
                  <a:lnSpc>
                    <a:spcPct val="110000"/>
                  </a:lnSpc>
                  <a:spcBef>
                    <a:spcPts val="2100"/>
                  </a:spcBef>
                  <a:buFont typeface="Verdana" pitchFamily="34" charset="0"/>
                  <a:buChar char="•"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4pPr>
                <a:lvl5pPr marL="810000" indent="-27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Verdana" pitchFamily="34" charset="0"/>
                  <a:buChar char="–"/>
                  <a:defRPr sz="1600" b="0" i="0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en-US" sz="1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For hypotheses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Open Sans Light" panose="020B0306030504020204" pitchFamily="34" charset="0"/>
                        <a:cs typeface="Open Sans Light" panose="020B0306030504020204" pitchFamily="34" charset="0"/>
                      </a:rPr>
                      <m:t>1,…,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Open Sans Light" panose="020B0306030504020204" pitchFamily="34" charset="0"/>
                        <a:cs typeface="Open Sans Light" panose="020B0306030504020204" pitchFamily="34" charset="0"/>
                      </a:rPr>
                      <m:t>𝐾</m:t>
                    </m:r>
                  </m:oMath>
                </a14:m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0"/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𝑃𝑀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𝐾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𝐵𝐹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PMPs sum to one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Reflect the probability of </a:t>
                </a:r>
                <a:r>
                  <a:rPr lang="en-US" sz="1800" i="1" dirty="0" err="1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H</a:t>
                </a:r>
                <a:r>
                  <a:rPr lang="en-US" sz="1800" i="1" baseline="-25000" dirty="0" err="1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k</a:t>
                </a:r>
                <a:r>
                  <a:rPr lang="en-US" sz="1800" i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</a:t>
                </a:r>
                <a:r>
                  <a:rPr lang="en-US" sz="1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being true given the data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The sum of the remaining PMPs is the Bayesian error probability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0"/>
                <a:r>
                  <a:rPr lang="en-US" sz="18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    </a:t>
                </a:r>
                <a:r>
                  <a:rPr lang="en-US" sz="1800" b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PMPs are highly dependent on the set of hypotheses!</a:t>
                </a:r>
              </a:p>
              <a:p>
                <a:pPr lvl="0"/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0"/>
                <a:endParaRPr lang="en-US" sz="18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0"/>
                <a:endParaRPr lang="en-US" sz="2800" b="0" i="1" dirty="0">
                  <a:latin typeface="+mn-lt"/>
                  <a:ea typeface="+mn-ea"/>
                  <a:cs typeface="+mn-cs"/>
                </a:endParaRPr>
              </a:p>
              <a:p>
                <a:pPr lvl="0"/>
                <a:endParaRPr lang="en-US" sz="2800" i="1" dirty="0">
                  <a:latin typeface="+mn-lt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+mn-lt"/>
                  <a:ea typeface="+mn-ea"/>
                  <a:cs typeface="+mn-cs"/>
                </a:endParaRPr>
              </a:p>
              <a:p>
                <a:pPr lvl="0"/>
                <a:endParaRPr lang="en-US" sz="2800" b="0" i="1" dirty="0">
                  <a:latin typeface="+mn-lt"/>
                  <a:ea typeface="+mn-ea"/>
                  <a:cs typeface="+mn-cs"/>
                </a:endParaRPr>
              </a:p>
              <a:p>
                <a:endParaRPr lang="en-US" sz="2800" i="1" dirty="0">
                  <a:latin typeface="Cambria Math" panose="02040503050406030204" pitchFamily="18" charset="0"/>
                </a:endParaRPr>
              </a:p>
              <a:p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lvl="0"/>
                <a:endParaRPr lang="nl-NL" sz="2800" i="1" dirty="0"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1FA057-BA96-ED58-923F-217BFD0B7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190" y="1825625"/>
                <a:ext cx="7317952" cy="4667250"/>
              </a:xfrm>
              <a:prstGeom prst="rect">
                <a:avLst/>
              </a:prstGeom>
              <a:blipFill>
                <a:blip r:embed="rId4"/>
                <a:stretch>
                  <a:fillRect l="-750" t="-39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D788A9E-6667-E22D-0328-49803EB25315}"/>
              </a:ext>
            </a:extLst>
          </p:cNvPr>
          <p:cNvSpPr txBox="1"/>
          <p:nvPr/>
        </p:nvSpPr>
        <p:spPr>
          <a:xfrm>
            <a:off x="8900553" y="4005359"/>
            <a:ext cx="34048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/>
              <a:t>H</a:t>
            </a:r>
            <a:r>
              <a:rPr lang="en-US" sz="2000" b="1" baseline="-25000" dirty="0"/>
              <a:t>1</a:t>
            </a:r>
            <a:endParaRPr lang="nl-NL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89F1E-BAF5-8862-41ED-DC476A57B6B3}"/>
              </a:ext>
            </a:extLst>
          </p:cNvPr>
          <p:cNvSpPr txBox="1"/>
          <p:nvPr/>
        </p:nvSpPr>
        <p:spPr>
          <a:xfrm>
            <a:off x="10086937" y="2913572"/>
            <a:ext cx="34048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/>
              <a:t>H</a:t>
            </a:r>
            <a:r>
              <a:rPr lang="en-US" sz="2000" b="1" baseline="-25000" dirty="0"/>
              <a:t>2</a:t>
            </a:r>
            <a:endParaRPr lang="nl-NL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80483-E15C-5841-7143-5BE1EB16A766}"/>
              </a:ext>
            </a:extLst>
          </p:cNvPr>
          <p:cNvSpPr txBox="1"/>
          <p:nvPr/>
        </p:nvSpPr>
        <p:spPr>
          <a:xfrm>
            <a:off x="10564870" y="4005360"/>
            <a:ext cx="34048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/>
              <a:t>H</a:t>
            </a:r>
            <a:r>
              <a:rPr lang="en-US" sz="2000" b="1" baseline="-25000" dirty="0"/>
              <a:t>3</a:t>
            </a:r>
            <a:endParaRPr lang="nl-NL" sz="2000" b="1" dirty="0"/>
          </a:p>
        </p:txBody>
      </p:sp>
      <p:pic>
        <p:nvPicPr>
          <p:cNvPr id="19" name="Graphic 18" descr="Warning with solid fill">
            <a:extLst>
              <a:ext uri="{FF2B5EF4-FFF2-40B4-BE49-F238E27FC236}">
                <a16:creationId xmlns:a16="http://schemas.microsoft.com/office/drawing/2014/main" id="{85849261-8E13-479F-F991-3FC9B00395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3024" y="5456555"/>
            <a:ext cx="914400" cy="914400"/>
          </a:xfrm>
          <a:prstGeom prst="rect">
            <a:avLst/>
          </a:prstGeom>
        </p:spPr>
      </p:pic>
      <p:pic>
        <p:nvPicPr>
          <p:cNvPr id="20" name="Graphic 19" descr="Warning with solid fill">
            <a:extLst>
              <a:ext uri="{FF2B5EF4-FFF2-40B4-BE49-F238E27FC236}">
                <a16:creationId xmlns:a16="http://schemas.microsoft.com/office/drawing/2014/main" id="{E2F82431-D2CA-9DBA-06ED-D639300091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5744" y="546738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7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01BCD-AE06-0198-EFD0-4DB6E7AEE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AA0491C-E8AA-AA88-DBB2-8E3D0830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4F0208BA-8427-B009-2B10-0794F52CA6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Content Overview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nl-NL" dirty="0"/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8E9386FD-AAF1-097E-6B4B-0B26DB9711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Lab Seminar University of Geneva</a:t>
            </a:r>
            <a:endParaRPr lang="nl-N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BB554F-D896-8E1D-3F6E-72E49BC8BF63}"/>
              </a:ext>
            </a:extLst>
          </p:cNvPr>
          <p:cNvSpPr/>
          <p:nvPr/>
        </p:nvSpPr>
        <p:spPr>
          <a:xfrm>
            <a:off x="5169161" y="1335828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Problem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6745D1-C028-7D05-3A00-27DDCACC3926}"/>
              </a:ext>
            </a:extLst>
          </p:cNvPr>
          <p:cNvSpPr/>
          <p:nvPr/>
        </p:nvSpPr>
        <p:spPr>
          <a:xfrm>
            <a:off x="5169161" y="2184005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Multilevel Models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3ED32D-905E-B8D4-CA26-2D6075331359}"/>
              </a:ext>
            </a:extLst>
          </p:cNvPr>
          <p:cNvSpPr/>
          <p:nvPr/>
        </p:nvSpPr>
        <p:spPr>
          <a:xfrm>
            <a:off x="5169161" y="3032182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Bayesian Hypothesis Evaluation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20BC7B-2985-97DC-2716-1750ADEE79B9}"/>
              </a:ext>
            </a:extLst>
          </p:cNvPr>
          <p:cNvSpPr/>
          <p:nvPr/>
        </p:nvSpPr>
        <p:spPr>
          <a:xfrm>
            <a:off x="5169161" y="3880359"/>
            <a:ext cx="3125754" cy="614270"/>
          </a:xfrm>
          <a:prstGeom prst="roundRect">
            <a:avLst/>
          </a:prstGeom>
          <a:solidFill>
            <a:srgbClr val="FFCD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BayesSSD package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35FA81-15C7-2F12-6D4C-5FF5137D6EA5}"/>
              </a:ext>
            </a:extLst>
          </p:cNvPr>
          <p:cNvSpPr/>
          <p:nvPr/>
        </p:nvSpPr>
        <p:spPr>
          <a:xfrm>
            <a:off x="5169161" y="4728536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Modelling Attrition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0AFE8A-1F33-C256-A0CA-9ED00C1CC6BE}"/>
              </a:ext>
            </a:extLst>
          </p:cNvPr>
          <p:cNvSpPr/>
          <p:nvPr/>
        </p:nvSpPr>
        <p:spPr>
          <a:xfrm>
            <a:off x="5169161" y="5576713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Wrap-up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281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04199-C4FB-26C2-1A85-B99E77670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14F6A41-9DD0-8C54-CECC-25FD727F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3A85970-469D-DF91-ED22-BDC2B6F52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207" y="963344"/>
            <a:ext cx="11112759" cy="697505"/>
          </a:xfrm>
        </p:spPr>
        <p:txBody>
          <a:bodyPr/>
          <a:lstStyle/>
          <a:p>
            <a:r>
              <a:rPr lang="en-US" dirty="0"/>
              <a:t>The BayesSSD Package – Main Functions</a:t>
            </a:r>
            <a:endParaRPr lang="nl-NL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13E944-DE11-1054-D456-8CA3333B1D1A}"/>
              </a:ext>
            </a:extLst>
          </p:cNvPr>
          <p:cNvSpPr txBox="1"/>
          <p:nvPr/>
        </p:nvSpPr>
        <p:spPr>
          <a:xfrm>
            <a:off x="756898" y="2014549"/>
            <a:ext cx="10681377" cy="3541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SSD_longit</a:t>
            </a:r>
            <a:r>
              <a:rPr lang="en-US" sz="2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      Bayesian sample size determination for longitudinal experiments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SSD_crt_inform</a:t>
            </a:r>
            <a:r>
              <a:rPr lang="en-US" sz="2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() and </a:t>
            </a:r>
            <a:r>
              <a:rPr lang="en-US" sz="28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SSD_crt_null</a:t>
            </a:r>
            <a:r>
              <a:rPr lang="en-US" sz="2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      Bayesian sample size determination for cluster randomized trials 		(informative hypotheses and null hypothesis)</a:t>
            </a:r>
          </a:p>
        </p:txBody>
      </p:sp>
      <p:pic>
        <p:nvPicPr>
          <p:cNvPr id="4" name="Graphic 3" descr="Arrow: Slight curve with solid fill">
            <a:extLst>
              <a:ext uri="{FF2B5EF4-FFF2-40B4-BE49-F238E27FC236}">
                <a16:creationId xmlns:a16="http://schemas.microsoft.com/office/drawing/2014/main" id="{B48D8355-8460-D501-4A85-368CF987E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261" y="2514600"/>
            <a:ext cx="914400" cy="914400"/>
          </a:xfrm>
          <a:prstGeom prst="rect">
            <a:avLst/>
          </a:prstGeom>
        </p:spPr>
      </p:pic>
      <p:pic>
        <p:nvPicPr>
          <p:cNvPr id="10" name="Graphic 9" descr="Arrow: Slight curve with solid fill">
            <a:extLst>
              <a:ext uri="{FF2B5EF4-FFF2-40B4-BE49-F238E27FC236}">
                <a16:creationId xmlns:a16="http://schemas.microsoft.com/office/drawing/2014/main" id="{4AFAB221-5DBF-F558-BACE-D7F0CBC15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261" y="43002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61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33888-D476-D0A4-CE3E-56B455DE6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B629F4E-6E63-77B9-70D4-E5D918FD7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1746CA4-A35C-A952-27C7-2CF617B10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207" y="963344"/>
            <a:ext cx="11112759" cy="697505"/>
          </a:xfrm>
        </p:spPr>
        <p:txBody>
          <a:bodyPr/>
          <a:lstStyle/>
          <a:p>
            <a:r>
              <a:rPr lang="en-US" dirty="0"/>
              <a:t>The BayesSSD Package – The Algorithm</a:t>
            </a:r>
            <a:endParaRPr lang="nl-NL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A8D717A-75DF-E93C-545A-7AE1AB8B7527}"/>
              </a:ext>
            </a:extLst>
          </p:cNvPr>
          <p:cNvSpPr/>
          <p:nvPr/>
        </p:nvSpPr>
        <p:spPr>
          <a:xfrm>
            <a:off x="1296955" y="1853683"/>
            <a:ext cx="2286000" cy="8957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B38F3A9-8C89-784C-0F3C-C235DC9A72CD}"/>
              </a:ext>
            </a:extLst>
          </p:cNvPr>
          <p:cNvSpPr/>
          <p:nvPr/>
        </p:nvSpPr>
        <p:spPr>
          <a:xfrm>
            <a:off x="1296955" y="3197291"/>
            <a:ext cx="2286000" cy="8957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Generation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0885BDF-0FDB-FF00-4E56-B852FDE655D0}"/>
              </a:ext>
            </a:extLst>
          </p:cNvPr>
          <p:cNvSpPr/>
          <p:nvPr/>
        </p:nvSpPr>
        <p:spPr>
          <a:xfrm>
            <a:off x="1296955" y="4540899"/>
            <a:ext cx="2286000" cy="8957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Fit Multilevel Model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C178276-EB15-F5AB-70CA-A44512537948}"/>
              </a:ext>
            </a:extLst>
          </p:cNvPr>
          <p:cNvSpPr/>
          <p:nvPr/>
        </p:nvSpPr>
        <p:spPr>
          <a:xfrm>
            <a:off x="1296955" y="5884507"/>
            <a:ext cx="2286000" cy="8957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Compute Bayes Factors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458349C-7ABF-A443-C660-E44CA8B69E9A}"/>
              </a:ext>
            </a:extLst>
          </p:cNvPr>
          <p:cNvSpPr/>
          <p:nvPr/>
        </p:nvSpPr>
        <p:spPr>
          <a:xfrm>
            <a:off x="4954586" y="5884507"/>
            <a:ext cx="2286000" cy="8957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Power Criterion met?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C7F526B-1321-2B14-7F23-4F07CA1B5382}"/>
              </a:ext>
            </a:extLst>
          </p:cNvPr>
          <p:cNvSpPr/>
          <p:nvPr/>
        </p:nvSpPr>
        <p:spPr>
          <a:xfrm>
            <a:off x="4954586" y="3197291"/>
            <a:ext cx="2286000" cy="8957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Adapt Sample Size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1B175BA-F377-86D2-7C15-7E2E9B5D72C0}"/>
              </a:ext>
            </a:extLst>
          </p:cNvPr>
          <p:cNvSpPr/>
          <p:nvPr/>
        </p:nvSpPr>
        <p:spPr>
          <a:xfrm>
            <a:off x="8609699" y="4540899"/>
            <a:ext cx="2286000" cy="8957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Return Final Result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B2971B-58B6-F38E-AA61-79626C59B6DE}"/>
              </a:ext>
            </a:extLst>
          </p:cNvPr>
          <p:cNvCxnSpPr>
            <a:stCxn id="45" idx="2"/>
            <a:endCxn id="47" idx="0"/>
          </p:cNvCxnSpPr>
          <p:nvPr/>
        </p:nvCxnSpPr>
        <p:spPr>
          <a:xfrm>
            <a:off x="2439955" y="2749421"/>
            <a:ext cx="0" cy="4478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AFACF43-60DD-7EFF-93D7-DEC418BAEC2B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>
            <a:off x="2439955" y="4093029"/>
            <a:ext cx="0" cy="4478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3368AA-B8C9-3FFB-DB64-96EB4165D96A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>
            <a:off x="2439955" y="5436637"/>
            <a:ext cx="0" cy="4478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C27E77-35CA-CF2A-ADC1-DAF560CADB3D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3582955" y="6332376"/>
            <a:ext cx="137163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62F80E-5ED5-1CA2-29BB-C22E2E14A9D9}"/>
              </a:ext>
            </a:extLst>
          </p:cNvPr>
          <p:cNvCxnSpPr>
            <a:cxnSpLocks/>
            <a:stCxn id="50" idx="0"/>
            <a:endCxn id="51" idx="2"/>
          </p:cNvCxnSpPr>
          <p:nvPr/>
        </p:nvCxnSpPr>
        <p:spPr>
          <a:xfrm flipV="1">
            <a:off x="6097586" y="4093029"/>
            <a:ext cx="0" cy="17914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217A3E-9939-B8D0-D545-05577FFC19EA}"/>
              </a:ext>
            </a:extLst>
          </p:cNvPr>
          <p:cNvCxnSpPr>
            <a:cxnSpLocks/>
            <a:stCxn id="51" idx="1"/>
            <a:endCxn id="47" idx="3"/>
          </p:cNvCxnSpPr>
          <p:nvPr/>
        </p:nvCxnSpPr>
        <p:spPr>
          <a:xfrm flipH="1">
            <a:off x="3582955" y="3645160"/>
            <a:ext cx="137163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9501BE-3CA1-B32B-87BB-E977B3EE08AC}"/>
              </a:ext>
            </a:extLst>
          </p:cNvPr>
          <p:cNvCxnSpPr>
            <a:cxnSpLocks/>
            <a:stCxn id="50" idx="3"/>
            <a:endCxn id="52" idx="1"/>
          </p:cNvCxnSpPr>
          <p:nvPr/>
        </p:nvCxnSpPr>
        <p:spPr>
          <a:xfrm flipV="1">
            <a:off x="7240586" y="4988768"/>
            <a:ext cx="1369113" cy="13436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Graphic 25" descr="Checkmark with solid fill">
            <a:extLst>
              <a:ext uri="{FF2B5EF4-FFF2-40B4-BE49-F238E27FC236}">
                <a16:creationId xmlns:a16="http://schemas.microsoft.com/office/drawing/2014/main" id="{08D8B83A-4ECE-6751-3578-CA1BD4A54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1590" y="5660572"/>
            <a:ext cx="761996" cy="761996"/>
          </a:xfrm>
          <a:prstGeom prst="rect">
            <a:avLst/>
          </a:prstGeom>
        </p:spPr>
      </p:pic>
      <p:pic>
        <p:nvPicPr>
          <p:cNvPr id="28" name="Graphic 27" descr="Close with solid fill">
            <a:extLst>
              <a:ext uri="{FF2B5EF4-FFF2-40B4-BE49-F238E27FC236}">
                <a16:creationId xmlns:a16="http://schemas.microsoft.com/office/drawing/2014/main" id="{47C281DB-76EC-5A6D-9173-36350F83CE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586" y="460776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55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86206-937A-17BF-E3A6-FA9CD6BAF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466326A-49D8-500E-0635-945829CA4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13CBDF5-DA19-E035-7060-63E0443A5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562" y="1160432"/>
            <a:ext cx="11467291" cy="1330841"/>
          </a:xfrm>
        </p:spPr>
        <p:txBody>
          <a:bodyPr/>
          <a:lstStyle/>
          <a:p>
            <a:pPr algn="l"/>
            <a:r>
              <a:rPr lang="en-US" dirty="0"/>
              <a:t>Approximate Adjusted Fractional Bayes Factor</a:t>
            </a:r>
            <a:br>
              <a:rPr lang="en-US" dirty="0"/>
            </a:br>
            <a:r>
              <a:rPr lang="en-US" sz="1400" dirty="0"/>
              <a:t>Gu, Mulder &amp; Hoijtink (2018)</a:t>
            </a:r>
            <a:br>
              <a:rPr lang="en-US" sz="1400" dirty="0"/>
            </a:br>
            <a:r>
              <a:rPr lang="en-US" sz="1400" dirty="0"/>
              <a:t>Hoijtink, Mulder, van Lissa (2019)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F9C32E-C778-964F-AA3B-4D6ED878BB32}"/>
                  </a:ext>
                </a:extLst>
              </p:cNvPr>
              <p:cNvSpPr txBox="1"/>
              <p:nvPr/>
            </p:nvSpPr>
            <p:spPr>
              <a:xfrm>
                <a:off x="756898" y="2014549"/>
                <a:ext cx="10681377" cy="27347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rPr>
                        <m:t>𝐴𝐴𝐹𝐵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  <m:t>𝐹𝑖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  <m:t>𝐶𝑜𝑚𝑝𝑙𝑒𝑥𝑖𝑡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Fit: </a:t>
                </a:r>
                <a:r>
                  <a:rPr lang="en-US" sz="24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How well the data is described by H</a:t>
                </a:r>
                <a:r>
                  <a:rPr lang="en-US" sz="2400" baseline="-25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1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Complexity:</a:t>
                </a:r>
                <a:r>
                  <a:rPr lang="en-US" sz="24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How general/non-specific H</a:t>
                </a:r>
                <a:r>
                  <a:rPr lang="en-US" sz="2400" baseline="-25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1</a:t>
                </a:r>
                <a:r>
                  <a:rPr lang="en-US" sz="24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is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F9C32E-C778-964F-AA3B-4D6ED878B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98" y="2014549"/>
                <a:ext cx="10681377" cy="2734788"/>
              </a:xfrm>
              <a:prstGeom prst="rect">
                <a:avLst/>
              </a:prstGeom>
              <a:blipFill>
                <a:blip r:embed="rId2"/>
                <a:stretch>
                  <a:fillRect l="-171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446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47FBF-86F9-29E3-C27E-7B2C2015A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A751006-EDF0-C6AA-D8C5-BF3232DE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B04E15-AFFF-5BF6-5B6E-50C416DA8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562" y="1160432"/>
            <a:ext cx="11467291" cy="1330841"/>
          </a:xfrm>
        </p:spPr>
        <p:txBody>
          <a:bodyPr/>
          <a:lstStyle/>
          <a:p>
            <a:pPr algn="l"/>
            <a:r>
              <a:rPr lang="en-US" dirty="0"/>
              <a:t>Approximate Adjusted Fractional Bayes Factor</a:t>
            </a:r>
            <a:br>
              <a:rPr lang="en-US" dirty="0"/>
            </a:br>
            <a:r>
              <a:rPr lang="en-US" sz="1400" dirty="0"/>
              <a:t>Gu, Mulder &amp; Hoijtink (2018)</a:t>
            </a:r>
            <a:br>
              <a:rPr lang="en-US" sz="1400" dirty="0"/>
            </a:br>
            <a:r>
              <a:rPr lang="en-US" sz="1400" dirty="0"/>
              <a:t>Hoijtink, Mulder, van Lissa (2019)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D90777-5F9A-79D7-202F-D181141F0841}"/>
                  </a:ext>
                </a:extLst>
              </p:cNvPr>
              <p:cNvSpPr txBox="1"/>
              <p:nvPr/>
            </p:nvSpPr>
            <p:spPr>
              <a:xfrm>
                <a:off x="756898" y="2014549"/>
                <a:ext cx="10681377" cy="43967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rPr>
                        <m:t>𝐴𝐴𝐹𝐵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  <m:t>𝐹𝑖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  <m:t>𝐶𝑜𝑚𝑝𝑙𝑒𝑥𝑖𝑡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b="1" u="sng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Fit</a:t>
                </a:r>
                <a:r>
                  <a:rPr lang="en-US" sz="2400" b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: </a:t>
                </a:r>
                <a:r>
                  <a:rPr lang="en-US" sz="24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How well the data is described by H</a:t>
                </a:r>
                <a:r>
                  <a:rPr lang="en-US" sz="2400" baseline="-25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1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b="1" u="sng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Complexity</a:t>
                </a:r>
                <a:r>
                  <a:rPr lang="en-US" sz="2400" b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:</a:t>
                </a:r>
                <a:r>
                  <a:rPr lang="en-US" sz="24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How general/non-specific H</a:t>
                </a:r>
                <a:r>
                  <a:rPr lang="en-US" sz="2400" baseline="-250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1</a:t>
                </a:r>
                <a:r>
                  <a:rPr lang="en-US" sz="24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is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Default prior is constructed automatically using a fraction of the data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  	  NO PRIOR SPECIFICATION NEEDED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Implemented in </a:t>
                </a:r>
                <a:r>
                  <a:rPr lang="en-US" sz="2400" i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JASP</a:t>
                </a:r>
                <a:r>
                  <a:rPr lang="en-US" sz="24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, </a:t>
                </a:r>
                <a:r>
                  <a:rPr lang="en-US" sz="2400" i="1" dirty="0" err="1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bain</a:t>
                </a:r>
                <a:r>
                  <a:rPr lang="en-US" sz="2400" i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and </a:t>
                </a:r>
                <a:r>
                  <a:rPr lang="en-US" sz="2400" i="1" dirty="0" err="1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BFpack</a:t>
                </a:r>
                <a:endParaRPr lang="en-US" sz="24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D90777-5F9A-79D7-202F-D181141F0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98" y="2014549"/>
                <a:ext cx="10681377" cy="4396781"/>
              </a:xfrm>
              <a:prstGeom prst="rect">
                <a:avLst/>
              </a:prstGeom>
              <a:blipFill>
                <a:blip r:embed="rId2"/>
                <a:stretch>
                  <a:fillRect l="-1712" b="-318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 descr="Arrow: Slight curve with solid fill">
            <a:extLst>
              <a:ext uri="{FF2B5EF4-FFF2-40B4-BE49-F238E27FC236}">
                <a16:creationId xmlns:a16="http://schemas.microsoft.com/office/drawing/2014/main" id="{92F491FC-110C-6E29-FF60-799629182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898" y="517505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79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C12B0-C644-7C04-EB2E-7B978A02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5AE1F86-5E90-9DB8-A08D-8A7CA8FFF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C615401-FA29-9A07-EE85-2D864434E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207" y="963344"/>
            <a:ext cx="11112759" cy="697505"/>
          </a:xfrm>
        </p:spPr>
        <p:txBody>
          <a:bodyPr/>
          <a:lstStyle/>
          <a:p>
            <a:r>
              <a:rPr lang="en-US" dirty="0"/>
              <a:t>Power Criterion</a:t>
            </a:r>
            <a:endParaRPr lang="nl-NL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9B7095-9BB1-63EF-381E-47F772119114}"/>
              </a:ext>
            </a:extLst>
          </p:cNvPr>
          <p:cNvSpPr txBox="1"/>
          <p:nvPr/>
        </p:nvSpPr>
        <p:spPr>
          <a:xfrm>
            <a:off x="663592" y="1895258"/>
            <a:ext cx="5118548" cy="16029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Power is defined as probability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that a Bayes Factor for the true H</a:t>
            </a:r>
            <a:r>
              <a:rPr lang="en-US" sz="2400" baseline="-25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</a:t>
            </a:r>
            <a:r>
              <a:rPr lang="en-US"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exceeds a user-specified threshold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375E0A-B85C-81D7-CFE2-23A49BBFD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140" y="1895258"/>
            <a:ext cx="6056670" cy="47346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47A25A51-8EE1-2E2F-DC23-92DF710353B3}"/>
                  </a:ext>
                </a:extLst>
              </p:cNvPr>
              <p:cNvSpPr/>
              <p:nvPr/>
            </p:nvSpPr>
            <p:spPr>
              <a:xfrm>
                <a:off x="663592" y="4262580"/>
                <a:ext cx="4736147" cy="1031232"/>
              </a:xfrm>
              <a:prstGeom prst="roundRect">
                <a:avLst/>
              </a:prstGeom>
              <a:solidFill>
                <a:srgbClr val="ACD6E6"/>
              </a:solidFill>
              <a:ln>
                <a:solidFill>
                  <a:srgbClr val="000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Open Sans Light" panose="020B0306030504020204" pitchFamily="34" charset="0"/>
                              <a:cs typeface="Open Sans Light" panose="020B0306030504020204" pitchFamily="34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Open Sans Light" panose="020B0306030504020204" pitchFamily="34" charset="0"/>
                                  <a:cs typeface="Open Sans Light" panose="020B0306030504020204" pitchFamily="34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 Light" panose="020B0306030504020204" pitchFamily="34" charset="0"/>
                            </a:rPr>
                            <m:t>≥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 Light" panose="020B0306030504020204" pitchFamily="34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 Light" panose="020B0306030504020204" pitchFamily="34" charset="0"/>
                            </a:rPr>
                            <m:t>h𝑟𝑒𝑠h𝑜𝑙𝑑</m:t>
                          </m:r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 Light" panose="020B0306030504020204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 Light" panose="020B030603050402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 Light" panose="020B0306030504020204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 Light" panose="020B0306030504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 Light" panose="020B0306030504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 Light" panose="020B0306030504020204" pitchFamily="34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47A25A51-8EE1-2E2F-DC23-92DF710353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92" y="4262580"/>
                <a:ext cx="4736147" cy="103123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0082"/>
                </a:solidFill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33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AA1A5-21F1-F09E-F895-3E679BC74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07368AE-6469-1A0D-DCD4-FADFD9257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9A5FF0-1005-310A-A05B-16349B46C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923" y="1082822"/>
            <a:ext cx="8317379" cy="5635422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2A4A63F8-B095-5240-5DE9-FFEE7ECA0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207" y="963344"/>
            <a:ext cx="11112759" cy="697505"/>
          </a:xfrm>
        </p:spPr>
        <p:txBody>
          <a:bodyPr/>
          <a:lstStyle/>
          <a:p>
            <a:r>
              <a:rPr lang="en-US" dirty="0"/>
              <a:t>Binary Search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83008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A859C-A286-2E55-9CAD-8302EBE37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8DAC2FC-C860-4FC4-CD0B-BC23CF890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28A162E4-0045-322B-B7DC-1962B61C28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Content Overview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nl-NL" dirty="0"/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6F86BDE1-5068-3445-E5F5-F05E40A1BE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Lab Seminar University of Geneva</a:t>
            </a:r>
            <a:endParaRPr lang="nl-N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924AFC3-6006-B1D8-DB47-F30F7CB5EAF7}"/>
              </a:ext>
            </a:extLst>
          </p:cNvPr>
          <p:cNvSpPr/>
          <p:nvPr/>
        </p:nvSpPr>
        <p:spPr>
          <a:xfrm>
            <a:off x="5169161" y="1335828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Problem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2A1C78-6F6A-339E-D4B5-B7C9DE701C92}"/>
              </a:ext>
            </a:extLst>
          </p:cNvPr>
          <p:cNvSpPr/>
          <p:nvPr/>
        </p:nvSpPr>
        <p:spPr>
          <a:xfrm>
            <a:off x="5169161" y="2184005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Multilevel Models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86F9B8-2128-F518-F91D-BE450F2BA387}"/>
              </a:ext>
            </a:extLst>
          </p:cNvPr>
          <p:cNvSpPr/>
          <p:nvPr/>
        </p:nvSpPr>
        <p:spPr>
          <a:xfrm>
            <a:off x="5169161" y="3032182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Bayesian Hypothesis Evaluation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0D7E6E8-0394-BD46-650A-77A0B36F7AFD}"/>
              </a:ext>
            </a:extLst>
          </p:cNvPr>
          <p:cNvSpPr/>
          <p:nvPr/>
        </p:nvSpPr>
        <p:spPr>
          <a:xfrm>
            <a:off x="5169161" y="3880359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BayesSSD package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349BBAA-7385-8BB6-4091-732BADE9C717}"/>
              </a:ext>
            </a:extLst>
          </p:cNvPr>
          <p:cNvSpPr/>
          <p:nvPr/>
        </p:nvSpPr>
        <p:spPr>
          <a:xfrm>
            <a:off x="5169161" y="4728536"/>
            <a:ext cx="3125754" cy="614270"/>
          </a:xfrm>
          <a:prstGeom prst="roundRect">
            <a:avLst/>
          </a:prstGeom>
          <a:solidFill>
            <a:srgbClr val="FFCD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Modelling Attrition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D3D8B1-B313-0142-0ED2-4D9801EC1368}"/>
              </a:ext>
            </a:extLst>
          </p:cNvPr>
          <p:cNvSpPr/>
          <p:nvPr/>
        </p:nvSpPr>
        <p:spPr>
          <a:xfrm>
            <a:off x="5169161" y="5576713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Wrap-up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16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8BD91-3430-3B84-6684-A7AE7D37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C6FE1F8E-9825-E2C2-310A-A12A6B04C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084" y="1597314"/>
            <a:ext cx="6541941" cy="4851084"/>
          </a:xfrm>
          <a:prstGeom prst="rect">
            <a:avLst/>
          </a:prstGeom>
        </p:spPr>
      </p:pic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39662C1-63EF-2C17-F9BA-6257EBD36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nl-NL" dirty="0"/>
          </a:p>
          <a:p>
            <a:endParaRPr lang="en-GB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CB41B56-4350-E42A-DEF3-FEDADE412E2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311132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100" b="0" i="1" kern="1200">
                <a:solidFill>
                  <a:schemeClr val="tx1"/>
                </a:solidFill>
                <a:latin typeface="Merriweather Ligh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Attrition/Dropout</a:t>
            </a:r>
            <a:endParaRPr lang="nl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5A56F4-0849-4BA6-3DAE-50F2AE335CED}"/>
              </a:ext>
            </a:extLst>
          </p:cNvPr>
          <p:cNvSpPr txBox="1"/>
          <p:nvPr/>
        </p:nvSpPr>
        <p:spPr>
          <a:xfrm>
            <a:off x="286128" y="1562438"/>
            <a:ext cx="491376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Attrition negatively impacts power!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10" name="Picture 9" descr="British Shorthair on orange background">
            <a:extLst>
              <a:ext uri="{FF2B5EF4-FFF2-40B4-BE49-F238E27FC236}">
                <a16:creationId xmlns:a16="http://schemas.microsoft.com/office/drawing/2014/main" id="{5CB10004-9B75-0F18-5080-E4BA8314B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414" y="2255541"/>
            <a:ext cx="2115147" cy="1410098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F24F02E-8B7B-F9C4-A2DC-19169ED7CA18}"/>
              </a:ext>
            </a:extLst>
          </p:cNvPr>
          <p:cNvSpPr/>
          <p:nvPr/>
        </p:nvSpPr>
        <p:spPr>
          <a:xfrm>
            <a:off x="5100084" y="1470660"/>
            <a:ext cx="6541941" cy="3533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D1FBAF-405E-3C8B-F3FD-449432A14DA2}"/>
              </a:ext>
            </a:extLst>
          </p:cNvPr>
          <p:cNvSpPr/>
          <p:nvPr/>
        </p:nvSpPr>
        <p:spPr>
          <a:xfrm>
            <a:off x="8422518" y="1623060"/>
            <a:ext cx="3371908" cy="4998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0BA48D-AEEB-C2EA-8484-178BE73B449E}"/>
              </a:ext>
            </a:extLst>
          </p:cNvPr>
          <p:cNvSpPr/>
          <p:nvPr/>
        </p:nvSpPr>
        <p:spPr>
          <a:xfrm>
            <a:off x="5103409" y="3973024"/>
            <a:ext cx="3842471" cy="26020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24D6D-F069-163D-28BC-ACD1341DCBA9}"/>
              </a:ext>
            </a:extLst>
          </p:cNvPr>
          <p:cNvSpPr txBox="1"/>
          <p:nvPr/>
        </p:nvSpPr>
        <p:spPr>
          <a:xfrm>
            <a:off x="5401671" y="4066171"/>
            <a:ext cx="4706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omega</a:t>
            </a:r>
            <a:r>
              <a:rPr lang="en-US" dirty="0"/>
              <a:t>: proportion of participants who drop out</a:t>
            </a:r>
            <a:endParaRPr lang="nl-NL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7FFA535-BBCB-C9E5-5638-497B7F270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005" y="2466715"/>
            <a:ext cx="1636176" cy="119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5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C1C4-1541-CD0B-A603-D8E70D8C7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1037C861-22C7-549B-8C6D-F1FB2D654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084" y="1597314"/>
            <a:ext cx="6541941" cy="4851084"/>
          </a:xfrm>
          <a:prstGeom prst="rect">
            <a:avLst/>
          </a:prstGeom>
        </p:spPr>
      </p:pic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6AD728F-BB4A-70EB-2A9D-7007AB32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nl-NL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9636F-77A5-7441-8CF1-B37C6151594D}"/>
              </a:ext>
            </a:extLst>
          </p:cNvPr>
          <p:cNvSpPr txBox="1"/>
          <p:nvPr/>
        </p:nvSpPr>
        <p:spPr>
          <a:xfrm>
            <a:off x="5489951" y="1526468"/>
            <a:ext cx="1549897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4495A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early dropout</a:t>
            </a:r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9326C-9B22-0C97-B180-74F5D6AB6258}"/>
              </a:ext>
            </a:extLst>
          </p:cNvPr>
          <p:cNvSpPr txBox="1"/>
          <p:nvPr/>
        </p:nvSpPr>
        <p:spPr>
          <a:xfrm>
            <a:off x="8790383" y="1526468"/>
            <a:ext cx="1893730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4495A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early-</a:t>
            </a:r>
            <a:r>
              <a:rPr lang="en-US" dirty="0" err="1"/>
              <a:t>ish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dropout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48CCA-599C-8A45-32E6-06801CD81FAC}"/>
              </a:ext>
            </a:extLst>
          </p:cNvPr>
          <p:cNvSpPr txBox="1"/>
          <p:nvPr/>
        </p:nvSpPr>
        <p:spPr>
          <a:xfrm>
            <a:off x="5489951" y="3994829"/>
            <a:ext cx="1829597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4495A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late-</a:t>
            </a:r>
            <a:r>
              <a:rPr lang="en-US" dirty="0" err="1"/>
              <a:t>ish</a:t>
            </a:r>
            <a:r>
              <a:rPr lang="en-US" dirty="0"/>
              <a:t> dropout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E4BB36-80BB-2712-24E8-253F9CFD655E}"/>
              </a:ext>
            </a:extLst>
          </p:cNvPr>
          <p:cNvSpPr txBox="1"/>
          <p:nvPr/>
        </p:nvSpPr>
        <p:spPr>
          <a:xfrm>
            <a:off x="8790383" y="3994829"/>
            <a:ext cx="1619410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4495A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late dropout</a:t>
            </a:r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F3B525-0770-FEB8-6577-EE2414A498A2}"/>
              </a:ext>
            </a:extLst>
          </p:cNvPr>
          <p:cNvSpPr txBox="1"/>
          <p:nvPr/>
        </p:nvSpPr>
        <p:spPr>
          <a:xfrm>
            <a:off x="6084036" y="6369453"/>
            <a:ext cx="4706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omega</a:t>
            </a:r>
            <a:r>
              <a:rPr lang="en-US" dirty="0"/>
              <a:t>: proportion of participants who drop out</a:t>
            </a:r>
            <a:endParaRPr lang="nl-NL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2C649AAC-15FD-99A0-94ED-748EAFD021B2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311132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100" b="0" i="1" kern="1200">
                <a:solidFill>
                  <a:schemeClr val="tx1"/>
                </a:solidFill>
                <a:latin typeface="Merriweather Ligh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Attrition/Dropout</a:t>
            </a:r>
            <a:endParaRPr lang="nl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0590CC-AFF8-3707-66F2-422BDA492CB8}"/>
              </a:ext>
            </a:extLst>
          </p:cNvPr>
          <p:cNvSpPr txBox="1"/>
          <p:nvPr/>
        </p:nvSpPr>
        <p:spPr>
          <a:xfrm>
            <a:off x="286128" y="1562438"/>
            <a:ext cx="491376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Attrition negatively impacts power!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timing of drop-out matters!</a:t>
            </a:r>
          </a:p>
          <a:p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               The earlier, the worse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How to account for this in                                                                               the power analysis?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10" name="Picture 9" descr="British Shorthair on orange background">
            <a:extLst>
              <a:ext uri="{FF2B5EF4-FFF2-40B4-BE49-F238E27FC236}">
                <a16:creationId xmlns:a16="http://schemas.microsoft.com/office/drawing/2014/main" id="{97C81CF5-405E-85C3-5C8E-B19E70FA5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414" y="2255541"/>
            <a:ext cx="2115147" cy="1410098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2" name="Graphic 11" descr="Arrow: Straight with solid fill">
            <a:extLst>
              <a:ext uri="{FF2B5EF4-FFF2-40B4-BE49-F238E27FC236}">
                <a16:creationId xmlns:a16="http://schemas.microsoft.com/office/drawing/2014/main" id="{3D3F19B7-86FF-2359-1604-1F77522B8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696247" y="4948554"/>
            <a:ext cx="914400" cy="914400"/>
          </a:xfrm>
          <a:prstGeom prst="rect">
            <a:avLst/>
          </a:prstGeom>
        </p:spPr>
      </p:pic>
      <p:pic>
        <p:nvPicPr>
          <p:cNvPr id="14" name="Graphic 13" descr="Arrow: Straight with solid fill">
            <a:extLst>
              <a:ext uri="{FF2B5EF4-FFF2-40B4-BE49-F238E27FC236}">
                <a16:creationId xmlns:a16="http://schemas.microsoft.com/office/drawing/2014/main" id="{327193A0-2C82-993C-2240-84A9CB0833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696248" y="5706784"/>
            <a:ext cx="914400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AB8D00-AFD1-0707-290E-C19C7E6F9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1968" y="1345912"/>
            <a:ext cx="5392873" cy="53928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BA8393C5-FE05-8363-54B1-0713C0FC5805}"/>
              </a:ext>
            </a:extLst>
          </p:cNvPr>
          <p:cNvSpPr/>
          <p:nvPr/>
        </p:nvSpPr>
        <p:spPr>
          <a:xfrm>
            <a:off x="1197106" y="2136711"/>
            <a:ext cx="2707762" cy="185811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chemeClr val="tx1"/>
                </a:solidFill>
                <a:hlinkClick r:id="rId7"/>
              </a:rPr>
              <a:t>ShinyApp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22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C96F-9A6C-ECF2-6090-2C0B73B0A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19E1E81-15B1-85B9-E7A7-2259EACE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86A166F6-D04F-D628-47CC-2F0BD8D224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Content Overview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nl-NL" dirty="0"/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499EAEAE-B6C1-4C09-DC69-16713154ED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Lab Seminar University of Geneva</a:t>
            </a:r>
            <a:endParaRPr lang="nl-N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139E0F8-7886-D367-454B-F1F390A1F703}"/>
              </a:ext>
            </a:extLst>
          </p:cNvPr>
          <p:cNvSpPr/>
          <p:nvPr/>
        </p:nvSpPr>
        <p:spPr>
          <a:xfrm>
            <a:off x="5169161" y="1335828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Problem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F64BEC-1A5A-990E-B89D-927EC388AA7E}"/>
              </a:ext>
            </a:extLst>
          </p:cNvPr>
          <p:cNvSpPr/>
          <p:nvPr/>
        </p:nvSpPr>
        <p:spPr>
          <a:xfrm>
            <a:off x="5169161" y="2184005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Multilevel Models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C7605F-A193-9FA7-E4A6-FF4FAE5F4484}"/>
              </a:ext>
            </a:extLst>
          </p:cNvPr>
          <p:cNvSpPr/>
          <p:nvPr/>
        </p:nvSpPr>
        <p:spPr>
          <a:xfrm>
            <a:off x="5169161" y="3032182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Bayesian Hypothesis Evaluation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04C4FE-11D8-47D6-3B3E-99AA6286DF7B}"/>
              </a:ext>
            </a:extLst>
          </p:cNvPr>
          <p:cNvSpPr/>
          <p:nvPr/>
        </p:nvSpPr>
        <p:spPr>
          <a:xfrm>
            <a:off x="5169161" y="3880359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BayesSSD package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0EFE6D-C35E-14AE-9B9E-E7C12CC8C56D}"/>
              </a:ext>
            </a:extLst>
          </p:cNvPr>
          <p:cNvSpPr/>
          <p:nvPr/>
        </p:nvSpPr>
        <p:spPr>
          <a:xfrm>
            <a:off x="5169161" y="4728536"/>
            <a:ext cx="3125754" cy="614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Modelling Attrition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FD84D8-D448-C4BA-A3FD-5EF08F79CBD2}"/>
              </a:ext>
            </a:extLst>
          </p:cNvPr>
          <p:cNvSpPr/>
          <p:nvPr/>
        </p:nvSpPr>
        <p:spPr>
          <a:xfrm>
            <a:off x="5169161" y="5576713"/>
            <a:ext cx="3125754" cy="614270"/>
          </a:xfrm>
          <a:prstGeom prst="roundRect">
            <a:avLst/>
          </a:prstGeom>
          <a:solidFill>
            <a:srgbClr val="FFCD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Wrap-up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196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1E4B3-860A-3016-CD64-95D39F86E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8681453-7DA3-3569-C1B4-E574D45A7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B78F8AE-1D21-1DC6-38E0-5DBE1AA22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207" y="728935"/>
            <a:ext cx="11112759" cy="697505"/>
          </a:xfrm>
        </p:spPr>
        <p:txBody>
          <a:bodyPr/>
          <a:lstStyle/>
          <a:p>
            <a:r>
              <a:rPr lang="en-US" dirty="0"/>
              <a:t>Code and Output Example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8BC7FD-FDC4-3265-ED80-90096D5A1ED9}"/>
              </a:ext>
            </a:extLst>
          </p:cNvPr>
          <p:cNvSpPr txBox="1"/>
          <p:nvPr/>
        </p:nvSpPr>
        <p:spPr>
          <a:xfrm>
            <a:off x="1016000" y="1574800"/>
            <a:ext cx="6078587" cy="52629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nl-NL" dirty="0" err="1">
                <a:latin typeface="Consolas" panose="020B0609020204030204" pitchFamily="49" charset="0"/>
              </a:rPr>
              <a:t>ssd_result</a:t>
            </a:r>
            <a:r>
              <a:rPr lang="nl-NL" dirty="0">
                <a:latin typeface="Consolas" panose="020B0609020204030204" pitchFamily="49" charset="0"/>
              </a:rPr>
              <a:t> &lt;- </a:t>
            </a:r>
            <a:r>
              <a:rPr lang="nl-NL" dirty="0" err="1">
                <a:latin typeface="Consolas" panose="020B0609020204030204" pitchFamily="49" charset="0"/>
              </a:rPr>
              <a:t>SSD_longit</a:t>
            </a:r>
            <a:r>
              <a:rPr lang="nl-NL" dirty="0">
                <a:latin typeface="Consolas" panose="020B0609020204030204" pitchFamily="49" charset="0"/>
              </a:rPr>
              <a:t>(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</a:t>
            </a:r>
            <a:r>
              <a:rPr lang="nl-NL" dirty="0" err="1">
                <a:latin typeface="Consolas" panose="020B0609020204030204" pitchFamily="49" charset="0"/>
              </a:rPr>
              <a:t>eta</a:t>
            </a:r>
            <a:r>
              <a:rPr lang="nl-NL" dirty="0">
                <a:latin typeface="Consolas" panose="020B0609020204030204" pitchFamily="49" charset="0"/>
              </a:rPr>
              <a:t>        = 0.8,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hypothesis = "a &lt; b &lt; c &lt; d",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</a:t>
            </a:r>
            <a:r>
              <a:rPr lang="nl-NL" dirty="0" err="1">
                <a:latin typeface="Consolas" panose="020B0609020204030204" pitchFamily="49" charset="0"/>
              </a:rPr>
              <a:t>method</a:t>
            </a:r>
            <a:r>
              <a:rPr lang="nl-NL" dirty="0">
                <a:latin typeface="Consolas" panose="020B0609020204030204" pitchFamily="49" charset="0"/>
              </a:rPr>
              <a:t>     = "</a:t>
            </a:r>
            <a:r>
              <a:rPr lang="nl-NL" dirty="0" err="1">
                <a:latin typeface="Consolas" panose="020B0609020204030204" pitchFamily="49" charset="0"/>
              </a:rPr>
              <a:t>bfc</a:t>
            </a:r>
            <a:r>
              <a:rPr lang="nl-NL" dirty="0">
                <a:latin typeface="Consolas" panose="020B0609020204030204" pitchFamily="49" charset="0"/>
              </a:rPr>
              <a:t>",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</a:t>
            </a:r>
            <a:r>
              <a:rPr lang="nl-NL" dirty="0" err="1">
                <a:latin typeface="Consolas" panose="020B0609020204030204" pitchFamily="49" charset="0"/>
              </a:rPr>
              <a:t>BFthres</a:t>
            </a:r>
            <a:r>
              <a:rPr lang="nl-NL" dirty="0">
                <a:latin typeface="Consolas" panose="020B0609020204030204" pitchFamily="49" charset="0"/>
              </a:rPr>
              <a:t>    = 3,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</a:t>
            </a:r>
            <a:r>
              <a:rPr lang="nl-NL" dirty="0" err="1">
                <a:latin typeface="Consolas" panose="020B0609020204030204" pitchFamily="49" charset="0"/>
              </a:rPr>
              <a:t>attrition</a:t>
            </a:r>
            <a:r>
              <a:rPr lang="nl-NL" dirty="0">
                <a:latin typeface="Consolas" panose="020B0609020204030204" pitchFamily="49" charset="0"/>
              </a:rPr>
              <a:t>  = "</a:t>
            </a:r>
            <a:r>
              <a:rPr lang="nl-NL" dirty="0" err="1">
                <a:latin typeface="Consolas" panose="020B0609020204030204" pitchFamily="49" charset="0"/>
              </a:rPr>
              <a:t>nonparametric</a:t>
            </a:r>
            <a:r>
              <a:rPr lang="nl-NL" dirty="0">
                <a:latin typeface="Consolas" panose="020B0609020204030204" pitchFamily="49" charset="0"/>
              </a:rPr>
              <a:t>",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</a:t>
            </a:r>
            <a:r>
              <a:rPr lang="nl-NL" dirty="0" err="1">
                <a:latin typeface="Consolas" panose="020B0609020204030204" pitchFamily="49" charset="0"/>
              </a:rPr>
              <a:t>params</a:t>
            </a:r>
            <a:r>
              <a:rPr lang="nl-NL" dirty="0">
                <a:latin typeface="Consolas" panose="020B0609020204030204" pitchFamily="49" charset="0"/>
              </a:rPr>
              <a:t>     = c(1, 0.799, 0.465),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m          = 10000,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</a:t>
            </a:r>
            <a:r>
              <a:rPr lang="nl-NL" dirty="0" err="1">
                <a:latin typeface="Consolas" panose="020B0609020204030204" pitchFamily="49" charset="0"/>
              </a:rPr>
              <a:t>t.points</a:t>
            </a:r>
            <a:r>
              <a:rPr lang="nl-NL" dirty="0">
                <a:latin typeface="Consolas" panose="020B0609020204030204" pitchFamily="49" charset="0"/>
              </a:rPr>
              <a:t>   = c(0,2,8),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var.u0     = 0.01,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var.u1     = 0.1,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</a:t>
            </a:r>
            <a:r>
              <a:rPr lang="nl-NL" dirty="0" err="1">
                <a:latin typeface="Consolas" panose="020B0609020204030204" pitchFamily="49" charset="0"/>
              </a:rPr>
              <a:t>var.e</a:t>
            </a:r>
            <a:r>
              <a:rPr lang="nl-NL" dirty="0">
                <a:latin typeface="Consolas" panose="020B0609020204030204" pitchFamily="49" charset="0"/>
              </a:rPr>
              <a:t>      = 0.1,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</a:t>
            </a:r>
            <a:r>
              <a:rPr lang="nl-NL" dirty="0" err="1">
                <a:latin typeface="Consolas" panose="020B0609020204030204" pitchFamily="49" charset="0"/>
              </a:rPr>
              <a:t>cov</a:t>
            </a:r>
            <a:r>
              <a:rPr lang="nl-NL" dirty="0">
                <a:latin typeface="Consolas" panose="020B0609020204030204" pitchFamily="49" charset="0"/>
              </a:rPr>
              <a:t>        = 0,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</a:t>
            </a:r>
            <a:r>
              <a:rPr lang="nl-NL" dirty="0" err="1">
                <a:latin typeface="Consolas" panose="020B0609020204030204" pitchFamily="49" charset="0"/>
              </a:rPr>
              <a:t>eff.sizes</a:t>
            </a:r>
            <a:r>
              <a:rPr lang="nl-NL" dirty="0">
                <a:latin typeface="Consolas" panose="020B0609020204030204" pitchFamily="49" charset="0"/>
              </a:rPr>
              <a:t>  = c(0, 0.2, 0.4, 0.6),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</a:t>
            </a:r>
            <a:r>
              <a:rPr lang="nl-NL" dirty="0" err="1">
                <a:latin typeface="Consolas" panose="020B0609020204030204" pitchFamily="49" charset="0"/>
              </a:rPr>
              <a:t>seed</a:t>
            </a:r>
            <a:r>
              <a:rPr lang="nl-NL" dirty="0">
                <a:latin typeface="Consolas" panose="020B0609020204030204" pitchFamily="49" charset="0"/>
              </a:rPr>
              <a:t>       = 123,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</a:t>
            </a:r>
            <a:r>
              <a:rPr lang="nl-NL" dirty="0" err="1">
                <a:latin typeface="Consolas" panose="020B0609020204030204" pitchFamily="49" charset="0"/>
              </a:rPr>
              <a:t>N.min</a:t>
            </a:r>
            <a:r>
              <a:rPr lang="nl-NL" dirty="0">
                <a:latin typeface="Consolas" panose="020B0609020204030204" pitchFamily="49" charset="0"/>
              </a:rPr>
              <a:t>      = 50,</a:t>
            </a:r>
          </a:p>
          <a:p>
            <a:r>
              <a:rPr lang="nl-NL" dirty="0">
                <a:latin typeface="Consolas" panose="020B0609020204030204" pitchFamily="49" charset="0"/>
              </a:rPr>
              <a:t>               </a:t>
            </a:r>
            <a:r>
              <a:rPr lang="nl-NL" dirty="0" err="1">
                <a:latin typeface="Consolas" panose="020B0609020204030204" pitchFamily="49" charset="0"/>
              </a:rPr>
              <a:t>N.max</a:t>
            </a:r>
            <a:r>
              <a:rPr lang="nl-NL" dirty="0">
                <a:latin typeface="Consolas" panose="020B0609020204030204" pitchFamily="49" charset="0"/>
              </a:rPr>
              <a:t>      = 1500</a:t>
            </a:r>
          </a:p>
          <a:p>
            <a:r>
              <a:rPr lang="nl-NL" dirty="0">
                <a:latin typeface="Consolas" panose="020B0609020204030204" pitchFamily="49" charset="0"/>
              </a:rPr>
              <a:t>)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557611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B102F-8B2C-571D-34A7-00629A1A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CDD5DC7-BA5D-2217-3516-3FA64C74F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1C5CE5B-4249-6529-5695-36A76CFF8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207" y="728935"/>
            <a:ext cx="11112759" cy="697505"/>
          </a:xfrm>
        </p:spPr>
        <p:txBody>
          <a:bodyPr/>
          <a:lstStyle/>
          <a:p>
            <a:r>
              <a:rPr lang="en-US" dirty="0"/>
              <a:t>Code and Output Example</a:t>
            </a:r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584A9B-C6E8-20F7-EB88-B85EF59E896B}"/>
              </a:ext>
            </a:extLst>
          </p:cNvPr>
          <p:cNvSpPr txBox="1"/>
          <p:nvPr/>
        </p:nvSpPr>
        <p:spPr>
          <a:xfrm>
            <a:off x="1032097" y="2983722"/>
            <a:ext cx="4812215" cy="249299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Final sample size</a:t>
            </a:r>
          </a:p>
          <a:p>
            <a:r>
              <a:rPr lang="en-US" dirty="0">
                <a:latin typeface="Consolas" panose="020B0609020204030204" pitchFamily="49" charset="0"/>
              </a:rPr>
              <a:t> ================= </a:t>
            </a:r>
          </a:p>
          <a:p>
            <a:r>
              <a:rPr lang="en-US" dirty="0">
                <a:latin typeface="Consolas" panose="020B0609020204030204" pitchFamily="49" charset="0"/>
              </a:rPr>
              <a:t> Hypotheses:</a:t>
            </a:r>
          </a:p>
          <a:p>
            <a:r>
              <a:rPr lang="en-US" dirty="0">
                <a:latin typeface="Consolas" panose="020B0609020204030204" pitchFamily="49" charset="0"/>
              </a:rPr>
              <a:t>     H1: a &lt; b &lt; c &lt; d </a:t>
            </a:r>
          </a:p>
          <a:p>
            <a:r>
              <a:rPr lang="en-US" dirty="0">
                <a:latin typeface="Consolas" panose="020B0609020204030204" pitchFamily="49" charset="0"/>
              </a:rPr>
              <a:t>     </a:t>
            </a:r>
            <a:r>
              <a:rPr lang="en-US" dirty="0" err="1">
                <a:latin typeface="Consolas" panose="020B0609020204030204" pitchFamily="49" charset="0"/>
              </a:rPr>
              <a:t>Hc</a:t>
            </a:r>
            <a:r>
              <a:rPr lang="en-US" dirty="0">
                <a:latin typeface="Consolas" panose="020B0609020204030204" pitchFamily="49" charset="0"/>
              </a:rPr>
              <a:t>: not H1</a:t>
            </a:r>
          </a:p>
          <a:p>
            <a:r>
              <a:rPr lang="en-US" dirty="0">
                <a:latin typeface="Consolas" panose="020B0609020204030204" pitchFamily="49" charset="0"/>
              </a:rPr>
              <a:t> Using a total of N = 684 Participants</a:t>
            </a:r>
          </a:p>
          <a:p>
            <a:r>
              <a:rPr lang="en-US" dirty="0">
                <a:latin typeface="Consolas" panose="020B0609020204030204" pitchFamily="49" charset="0"/>
              </a:rPr>
              <a:t> Power = P(BF_1c &gt; 3 | H1) = 0.806</a:t>
            </a:r>
          </a:p>
          <a:p>
            <a:br>
              <a:rPr lang="en-US" dirty="0">
                <a:latin typeface="Consolas" panose="020B0609020204030204" pitchFamily="49" charset="0"/>
              </a:rPr>
            </a:br>
            <a:endParaRPr lang="nl-NL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6158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D91D7C-7799-6D12-CC1E-A163CB6DC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15-04-26</a:t>
            </a:r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B41CED-1A73-0145-599E-35D359F6D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871" y="3700224"/>
            <a:ext cx="1281715" cy="720964"/>
          </a:xfrm>
          <a:prstGeom prst="ellipse">
            <a:avLst/>
          </a:prstGeom>
        </p:spPr>
      </p:pic>
      <p:pic>
        <p:nvPicPr>
          <p:cNvPr id="9" name="Graphic 8" descr="Electric car with solid fill">
            <a:extLst>
              <a:ext uri="{FF2B5EF4-FFF2-40B4-BE49-F238E27FC236}">
                <a16:creationId xmlns:a16="http://schemas.microsoft.com/office/drawing/2014/main" id="{1E511B72-8AAA-EBD5-7DA0-F2E1039A4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3494" b="24354"/>
          <a:stretch>
            <a:fillRect/>
          </a:stretch>
        </p:blipFill>
        <p:spPr>
          <a:xfrm>
            <a:off x="538480" y="2841711"/>
            <a:ext cx="5166452" cy="2694457"/>
          </a:xfrm>
          <a:prstGeom prst="rect">
            <a:avLst/>
          </a:prstGeom>
        </p:spPr>
      </p:pic>
      <p:pic>
        <p:nvPicPr>
          <p:cNvPr id="10" name="Graphic 9" descr="Full battery with solid fill">
            <a:extLst>
              <a:ext uri="{FF2B5EF4-FFF2-40B4-BE49-F238E27FC236}">
                <a16:creationId xmlns:a16="http://schemas.microsoft.com/office/drawing/2014/main" id="{3DCAF34C-99A4-7DB1-C04F-E98357E672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0849" y="2445129"/>
            <a:ext cx="1281715" cy="128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6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3674E-6 -0.01065 C 0.01289 -0.02407 0.03059 -0.03704 0.06522 -0.03704 C 0.1044 -0.03704 0.11755 -0.02407 0.13057 -0.01065 C 0.14814 0.00463 0.16116 0.01968 0.2049 0.01968 C 0.24421 0.01968 0.25723 0.00463 0.27493 -0.01065 C 0.28339 -0.02407 0.30097 -0.03704 0.34015 -0.03704 C 0.37543 -0.03704 0.39248 -0.02407 0.40563 -0.01065 C 0.41864 0.00463 0.43622 0.01968 0.47553 0.01968 C 0.51471 0.01968 0.5453 -0.01065 0.5453 -0.01042 C 0.55845 -0.02407 0.57147 -0.03704 0.61078 -0.03704 C 0.65048 -0.03704 0.66363 -0.02407 0.67665 -0.01065 C 0.6937 0.00463 0.70685 0.01968 0.75046 0.01968 C 0.78977 0.01968 0.80279 0.00463 0.81646 -0.01065 C 0.83351 -0.02407 0.84653 -0.03704 0.88584 -0.03704 C 0.92099 -0.03704 0.93856 -0.02407 0.95171 -0.01065 C 0.96473 0.00463 0.98178 0.01968 1.02161 0.01968 C 1.06079 0.01968 1.07381 0.00463 1.09165 -0.01065 " pathEditMode="relative" rAng="0" ptsTypes="AAAAAAAAAAAAAAAAA">
                                      <p:cBhvr>
                                        <p:cTn id="6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582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65035E-6 -0.01065 C 0.01289 -0.02407 0.03059 -0.03704 0.06522 -0.03704 C 0.1044 -0.03704 0.11755 -0.02407 0.13057 -0.01065 C 0.14814 0.00463 0.16116 0.01968 0.2049 0.01968 C 0.24421 0.01968 0.25723 0.00463 0.27493 -0.01065 C 0.28339 -0.02407 0.30097 -0.03704 0.34015 -0.03704 C 0.37543 -0.03704 0.39248 -0.02407 0.40563 -0.01065 C 0.41864 0.00463 0.43622 0.01968 0.47553 0.01968 C 0.51471 0.01968 0.5453 -0.01065 0.5453 -0.01042 C 0.55845 -0.02407 0.57147 -0.03704 0.61078 -0.03704 C 0.65048 -0.03704 0.66363 -0.02407 0.67665 -0.01065 C 0.6937 0.00463 0.70685 0.01968 0.75046 0.01968 C 0.78977 0.01968 0.80279 0.00463 0.81646 -0.01065 C 0.83351 -0.02407 0.84653 -0.03704 0.88584 -0.03704 C 0.92099 -0.03704 0.93856 -0.02407 0.95171 -0.01065 C 0.96473 0.00463 0.98178 0.01968 1.02161 0.01968 C 1.06079 0.01968 1.07381 0.00463 1.09165 -0.01065 " pathEditMode="relative" rAng="0" ptsTypes="AAAAAAAAAAAAAAAAA">
                                      <p:cBhvr>
                                        <p:cTn id="8" dur="2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582" y="18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3674E-6 -0.01065 C 0.01289 -0.02408 0.03059 -0.03704 0.06522 -0.03704 C 0.1044 -0.03704 0.11755 -0.02408 0.13057 -0.01065 C 0.14814 0.00463 0.16116 0.01967 0.2049 0.01967 C 0.24421 0.01967 0.25723 0.00463 0.27493 -0.01065 C 0.28339 -0.02408 0.30097 -0.03704 0.34015 -0.03704 C 0.37543 -0.03704 0.39248 -0.02408 0.40563 -0.01065 C 0.41864 0.00463 0.43622 0.01967 0.47553 0.01967 C 0.51471 0.01967 0.5453 -0.01065 0.5453 -0.01042 C 0.55845 -0.02408 0.57147 -0.03704 0.61078 -0.03704 C 0.65048 -0.03704 0.66363 -0.02408 0.67665 -0.01065 C 0.6937 0.00463 0.70685 0.01967 0.75046 0.01967 C 0.78977 0.01967 0.80279 0.00463 0.81646 -0.01065 C 0.83351 -0.02408 0.84653 -0.03704 0.88584 -0.03704 C 0.92099 -0.03704 0.93856 -0.02408 0.95171 -0.01065 C 0.96473 0.00463 0.98178 0.01967 1.02161 0.01967 C 1.06079 0.01967 1.07381 0.00463 1.09165 -0.01065 " pathEditMode="relative" rAng="0" ptsTypes="AAAAAAAAAAAAAAAAA">
                                      <p:cBhvr>
                                        <p:cTn id="10" dur="2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582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BFDDF-3AA6-8065-10B3-298F14A75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4D15309-C1C4-B0B9-D534-D07CDDA78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02EC8CF-598A-D5B2-8D7C-CA42246B0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207" y="728935"/>
            <a:ext cx="11112759" cy="697505"/>
          </a:xfrm>
        </p:spPr>
        <p:txBody>
          <a:bodyPr/>
          <a:lstStyle/>
          <a:p>
            <a:r>
              <a:rPr lang="en-US" dirty="0"/>
              <a:t>Thank you for your attention!</a:t>
            </a:r>
            <a:endParaRPr lang="nl-NL" dirty="0"/>
          </a:p>
        </p:txBody>
      </p:sp>
      <p:pic>
        <p:nvPicPr>
          <p:cNvPr id="6" name="Graphic 5" descr="Thought bubble with solid fill">
            <a:extLst>
              <a:ext uri="{FF2B5EF4-FFF2-40B4-BE49-F238E27FC236}">
                <a16:creationId xmlns:a16="http://schemas.microsoft.com/office/drawing/2014/main" id="{4FE9C76E-48F8-FFBA-15BE-8CCD91B91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3057" y="1232788"/>
            <a:ext cx="6269057" cy="62690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48E939-24D8-4246-E83A-0103D0ED4E6C}"/>
              </a:ext>
            </a:extLst>
          </p:cNvPr>
          <p:cNvSpPr txBox="1"/>
          <p:nvPr/>
        </p:nvSpPr>
        <p:spPr>
          <a:xfrm rot="20764853">
            <a:off x="4747211" y="2752531"/>
            <a:ext cx="186769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 dirty="0"/>
              <a:t>Questions?</a:t>
            </a:r>
            <a:endParaRPr lang="nl-NL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62121-6BC4-9B5A-902E-0A198EA5B864}"/>
              </a:ext>
            </a:extLst>
          </p:cNvPr>
          <p:cNvSpPr txBox="1"/>
          <p:nvPr/>
        </p:nvSpPr>
        <p:spPr>
          <a:xfrm rot="755222">
            <a:off x="5958198" y="3385381"/>
            <a:ext cx="199836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 dirty="0"/>
              <a:t>Comments?</a:t>
            </a:r>
            <a:endParaRPr lang="nl-NL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E0CA25-8F2F-CFBE-6A00-D664797A4CB9}"/>
              </a:ext>
            </a:extLst>
          </p:cNvPr>
          <p:cNvSpPr txBox="1"/>
          <p:nvPr/>
        </p:nvSpPr>
        <p:spPr>
          <a:xfrm rot="21447134">
            <a:off x="4945122" y="4038720"/>
            <a:ext cx="174509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 dirty="0"/>
              <a:t>Thoughts?</a:t>
            </a:r>
            <a:endParaRPr lang="nl-NL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7A77F8-0D6B-A236-E89F-3669D33C7971}"/>
              </a:ext>
            </a:extLst>
          </p:cNvPr>
          <p:cNvSpPr txBox="1"/>
          <p:nvPr/>
        </p:nvSpPr>
        <p:spPr>
          <a:xfrm>
            <a:off x="9232114" y="5944399"/>
            <a:ext cx="243977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u.c.losener1@uu.nl</a:t>
            </a:r>
            <a:endParaRPr lang="nl-NL" sz="24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6302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2242D-A1CB-1D89-6C9A-3CFC9E471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0A27B7B-3B2B-82A4-30A4-EAAD30C2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11-05-2026</a:t>
            </a:r>
            <a:endParaRPr lang="en-GB" dirty="0"/>
          </a:p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DC62BF-611A-E06F-60BB-74ED2F586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207" y="728935"/>
            <a:ext cx="11112759" cy="697505"/>
          </a:xfrm>
        </p:spPr>
        <p:txBody>
          <a:bodyPr/>
          <a:lstStyle/>
          <a:p>
            <a:r>
              <a:rPr lang="en-US" dirty="0"/>
              <a:t>References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2D6ECA-A914-3B07-DE13-10E7BE0E4A9F}"/>
              </a:ext>
            </a:extLst>
          </p:cNvPr>
          <p:cNvSpPr txBox="1"/>
          <p:nvPr/>
        </p:nvSpPr>
        <p:spPr>
          <a:xfrm>
            <a:off x="9232114" y="5944399"/>
            <a:ext cx="243977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u.c.losener1@uu.nl</a:t>
            </a:r>
            <a:endParaRPr lang="nl-NL" sz="2400" u="sng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CFD27F-8D51-6AEC-665E-CD73F43D7AEE}"/>
              </a:ext>
            </a:extLst>
          </p:cNvPr>
          <p:cNvSpPr txBox="1"/>
          <p:nvPr/>
        </p:nvSpPr>
        <p:spPr>
          <a:xfrm>
            <a:off x="734839" y="1930400"/>
            <a:ext cx="6956282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Gu, X., Mulder, J., &amp; Hoijtink, H. (2018). Approximated adjusted fractional Bayes factors: A general method for testing informative hypotheses. </a:t>
            </a:r>
            <a:r>
              <a:rPr lang="en-US" i="1" dirty="0"/>
              <a:t>British Journal of Mathematical and Statistical Psychology</a:t>
            </a:r>
            <a:r>
              <a:rPr lang="en-US" dirty="0"/>
              <a:t>, </a:t>
            </a:r>
            <a:r>
              <a:rPr lang="en-US" i="1" dirty="0"/>
              <a:t>71</a:t>
            </a:r>
            <a:r>
              <a:rPr lang="en-US" dirty="0"/>
              <a:t>(2), 229-261.</a:t>
            </a:r>
          </a:p>
          <a:p>
            <a:endParaRPr lang="en-US" dirty="0"/>
          </a:p>
          <a:p>
            <a:r>
              <a:rPr lang="nl-NL" dirty="0"/>
              <a:t>Hoijtink, H., Mulder, J., Van </a:t>
            </a:r>
            <a:r>
              <a:rPr lang="nl-NL" dirty="0" err="1"/>
              <a:t>Lissa</a:t>
            </a:r>
            <a:r>
              <a:rPr lang="nl-NL" dirty="0"/>
              <a:t>, C., &amp; </a:t>
            </a:r>
            <a:r>
              <a:rPr lang="nl-NL" dirty="0" err="1"/>
              <a:t>Gu</a:t>
            </a:r>
            <a:r>
              <a:rPr lang="nl-NL" dirty="0"/>
              <a:t>, X. (2019). A tutorial on </a:t>
            </a:r>
            <a:r>
              <a:rPr lang="nl-NL" dirty="0" err="1"/>
              <a:t>testing</a:t>
            </a:r>
            <a:r>
              <a:rPr lang="nl-NL" dirty="0"/>
              <a:t> hypotheses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Bayes factor. </a:t>
            </a:r>
            <a:r>
              <a:rPr lang="nl-NL" i="1" dirty="0"/>
              <a:t>Psychological </a:t>
            </a:r>
            <a:r>
              <a:rPr lang="nl-NL" i="1" dirty="0" err="1"/>
              <a:t>methods</a:t>
            </a:r>
            <a:r>
              <a:rPr lang="nl-NL" dirty="0"/>
              <a:t>, </a:t>
            </a:r>
            <a:r>
              <a:rPr lang="nl-NL" i="1" dirty="0"/>
              <a:t>24</a:t>
            </a:r>
            <a:r>
              <a:rPr lang="nl-NL" dirty="0"/>
              <a:t>(5), 539.</a:t>
            </a:r>
          </a:p>
        </p:txBody>
      </p:sp>
    </p:spTree>
    <p:extLst>
      <p:ext uri="{BB962C8B-B14F-4D97-AF65-F5344CB8AC3E}">
        <p14:creationId xmlns:p14="http://schemas.microsoft.com/office/powerpoint/2010/main" val="35351787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349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DF68-C04D-69E4-2BF9-A236D4B2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	Approximate Adjusted Fractional BF </a:t>
            </a:r>
            <a:br>
              <a:rPr lang="en-US" dirty="0"/>
            </a:br>
            <a:r>
              <a:rPr lang="en-US" dirty="0"/>
              <a:t>		</a:t>
            </a:r>
            <a:r>
              <a:rPr lang="en-US" sz="1400" dirty="0"/>
              <a:t>(Gu et al., 2018)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CFB6-CDDF-92FC-70CC-316BD2BB5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947" y="1825625"/>
            <a:ext cx="5063173" cy="4351338"/>
          </a:xfrm>
        </p:spPr>
        <p:txBody>
          <a:bodyPr/>
          <a:lstStyle/>
          <a:p>
            <a:r>
              <a:rPr lang="en-US" i="1" dirty="0"/>
              <a:t>BF</a:t>
            </a:r>
            <a:r>
              <a:rPr lang="en-US" i="1" baseline="-25000" dirty="0"/>
              <a:t>1u</a:t>
            </a:r>
            <a:r>
              <a:rPr lang="en-US" i="1" dirty="0"/>
              <a:t> = fit</a:t>
            </a:r>
            <a:r>
              <a:rPr lang="en-US" i="1" baseline="-25000" dirty="0"/>
              <a:t>1</a:t>
            </a:r>
            <a:r>
              <a:rPr lang="en-US" i="1" dirty="0"/>
              <a:t>  /  complexity</a:t>
            </a:r>
            <a:r>
              <a:rPr lang="en-US" i="1" baseline="-25000" dirty="0"/>
              <a:t>1</a:t>
            </a:r>
          </a:p>
          <a:p>
            <a:r>
              <a:rPr lang="en-US" i="1" dirty="0"/>
              <a:t>BF</a:t>
            </a:r>
            <a:r>
              <a:rPr lang="en-US" i="1" baseline="-25000" dirty="0"/>
              <a:t>12</a:t>
            </a:r>
            <a:r>
              <a:rPr lang="en-US" i="1" dirty="0"/>
              <a:t> = BF</a:t>
            </a:r>
            <a:r>
              <a:rPr lang="en-US" i="1" baseline="-25000" dirty="0"/>
              <a:t>1u</a:t>
            </a:r>
            <a:r>
              <a:rPr lang="en-US" i="1" dirty="0"/>
              <a:t>  /  BF</a:t>
            </a:r>
            <a:r>
              <a:rPr lang="en-US" i="1" baseline="-25000" dirty="0"/>
              <a:t>2u</a:t>
            </a:r>
          </a:p>
          <a:p>
            <a:endParaRPr lang="en-US" baseline="-25000" dirty="0"/>
          </a:p>
          <a:p>
            <a:endParaRPr lang="en-US" dirty="0"/>
          </a:p>
          <a:p>
            <a:r>
              <a:rPr lang="en-US" dirty="0"/>
              <a:t>Default fractional prior constructed using fraction of the data (</a:t>
            </a:r>
            <a:r>
              <a:rPr lang="en-US" i="1" dirty="0"/>
              <a:t>b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Posterior approximated by normal distribution</a:t>
            </a:r>
          </a:p>
          <a:p>
            <a:endParaRPr lang="en-US" dirty="0"/>
          </a:p>
          <a:p>
            <a:r>
              <a:rPr lang="en-US" dirty="0"/>
              <a:t>	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/>
              <a:t>	b</a:t>
            </a:r>
            <a:r>
              <a:rPr lang="en-US" dirty="0"/>
              <a:t>-fraction sensitivity </a:t>
            </a:r>
          </a:p>
          <a:p>
            <a:r>
              <a:rPr lang="en-US" dirty="0"/>
              <a:t>	(see left plot)</a:t>
            </a:r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AE1C8-ABFB-3163-51B3-33C4807E0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327" y="1320006"/>
            <a:ext cx="5978232" cy="5537994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8385E0E3-DCC6-3A9B-EF4E-4CEBB528B0BF}"/>
              </a:ext>
            </a:extLst>
          </p:cNvPr>
          <p:cNvSpPr/>
          <p:nvPr/>
        </p:nvSpPr>
        <p:spPr>
          <a:xfrm>
            <a:off x="422930" y="5008284"/>
            <a:ext cx="978408" cy="484632"/>
          </a:xfrm>
          <a:prstGeom prst="rightArrow">
            <a:avLst/>
          </a:prstGeom>
          <a:solidFill>
            <a:srgbClr val="FFCD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F7D583-EDE8-A69E-464F-D7B0B99D9875}"/>
              </a:ext>
            </a:extLst>
          </p:cNvPr>
          <p:cNvSpPr txBox="1"/>
          <p:nvPr/>
        </p:nvSpPr>
        <p:spPr>
          <a:xfrm>
            <a:off x="9026311" y="6581002"/>
            <a:ext cx="3028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Figure taken from Lösener &amp; Moerbeek, 2025</a:t>
            </a:r>
            <a:endParaRPr lang="nl-NL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602241"/>
      </p:ext>
    </p:extLst>
  </p:cSld>
  <p:clrMapOvr>
    <a:masterClrMapping/>
  </p:clrMapOvr>
</p:sld>
</file>

<file path=ppt/theme/theme1.xml><?xml version="1.0" encoding="utf-8"?>
<a:theme xmlns:a="http://schemas.openxmlformats.org/drawingml/2006/main" name="Utrecht University">
  <a:themeElements>
    <a:clrScheme name="Utrecht University">
      <a:dk1>
        <a:srgbClr val="000000"/>
      </a:dk1>
      <a:lt1>
        <a:srgbClr val="FFFFFF"/>
      </a:lt1>
      <a:dk2>
        <a:srgbClr val="C00935"/>
      </a:dk2>
      <a:lt2>
        <a:srgbClr val="D9D9D9"/>
      </a:lt2>
      <a:accent1>
        <a:srgbClr val="FFCD00"/>
      </a:accent1>
      <a:accent2>
        <a:srgbClr val="DD9562"/>
      </a:accent2>
      <a:accent3>
        <a:srgbClr val="911D56"/>
      </a:accent3>
      <a:accent4>
        <a:srgbClr val="63A593"/>
      </a:accent4>
      <a:accent5>
        <a:srgbClr val="161D41"/>
      </a:accent5>
      <a:accent6>
        <a:srgbClr val="6686C3"/>
      </a:accent6>
      <a:hlink>
        <a:srgbClr val="52287F"/>
      </a:hlink>
      <a:folHlink>
        <a:srgbClr val="623E2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9" id="{1C91B53F-0515-CD4C-BDF3-5CB91B663EE6}" vid="{2F9691A8-09BA-8840-B983-5B23D82ED071}"/>
    </a:ext>
  </a:extLst>
</a:theme>
</file>

<file path=ppt/theme/theme2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UU Powerpoint template EN logofied footer</Template>
  <TotalTime>0</TotalTime>
  <Words>1355</Words>
  <Application>Microsoft Office PowerPoint</Application>
  <PresentationFormat>Custom</PresentationFormat>
  <Paragraphs>332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Open Sans</vt:lpstr>
      <vt:lpstr>Arial</vt:lpstr>
      <vt:lpstr>Merriweather Light</vt:lpstr>
      <vt:lpstr>Cambria Math</vt:lpstr>
      <vt:lpstr>Open Sans Light</vt:lpstr>
      <vt:lpstr>Consolas</vt:lpstr>
      <vt:lpstr>Verdana</vt:lpstr>
      <vt:lpstr>Merriweather Regular</vt:lpstr>
      <vt:lpstr>Utrecht University</vt:lpstr>
      <vt:lpstr>Bayesian Sample Size Determination for Multilevel Data – the BayesSSD Package</vt:lpstr>
      <vt:lpstr>Content Overview      </vt:lpstr>
      <vt:lpstr>Content Overview      </vt:lpstr>
      <vt:lpstr>The problem: Lack of software for Bayesian power analysis for multilevel trials</vt:lpstr>
      <vt:lpstr>The solution: Create free software for Bayesian power analysis for multilevel trials</vt:lpstr>
      <vt:lpstr>Content Overview      </vt:lpstr>
      <vt:lpstr>Nested Data – Cluster Randomized Trial </vt:lpstr>
      <vt:lpstr>Nested Data – Longitudinal Experiment</vt:lpstr>
      <vt:lpstr>Nested Data – Multilevel Model</vt:lpstr>
      <vt:lpstr>Nested Data – Multilevel Model</vt:lpstr>
      <vt:lpstr>Content Overview      </vt:lpstr>
      <vt:lpstr>Bayesian Hypothesis Evaluation (BHE)    Null Hypothesis Significance Testing (NHST)</vt:lpstr>
      <vt:lpstr>Bayesian Hypothesis Evaluation (BHE)    Null Hypothesis Significance Testing (NHST)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 Overview      </vt:lpstr>
      <vt:lpstr>The BayesSSD Package – Main Functions</vt:lpstr>
      <vt:lpstr>The BayesSSD Package – The Algorithm</vt:lpstr>
      <vt:lpstr>Approximate Adjusted Fractional Bayes Factor Gu, Mulder &amp; Hoijtink (2018) Hoijtink, Mulder, van Lissa (2019)</vt:lpstr>
      <vt:lpstr>Approximate Adjusted Fractional Bayes Factor Gu, Mulder &amp; Hoijtink (2018) Hoijtink, Mulder, van Lissa (2019)</vt:lpstr>
      <vt:lpstr>Power Criterion</vt:lpstr>
      <vt:lpstr>Binary Search</vt:lpstr>
      <vt:lpstr>Content Overview      </vt:lpstr>
      <vt:lpstr>PowerPoint Presentation</vt:lpstr>
      <vt:lpstr>PowerPoint Presentation</vt:lpstr>
      <vt:lpstr>Content Overview      </vt:lpstr>
      <vt:lpstr>Code and Output Example</vt:lpstr>
      <vt:lpstr>Code and Output Example</vt:lpstr>
      <vt:lpstr>PowerPoint Presentation</vt:lpstr>
      <vt:lpstr>Thank you for your attention!</vt:lpstr>
      <vt:lpstr>References</vt:lpstr>
      <vt:lpstr>PowerPoint Presentation</vt:lpstr>
      <vt:lpstr>    Approximate Adjusted Fractional BF    (Gu et al., 2018)</vt:lpstr>
    </vt:vector>
  </TitlesOfParts>
  <Manager/>
  <Company>Utrecht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Lösener, U.C. (Ulrich)</dc:creator>
  <cp:keywords/>
  <dc:description/>
  <cp:lastModifiedBy>Lösener, U.C. (Ulrich)</cp:lastModifiedBy>
  <cp:revision>2</cp:revision>
  <dcterms:created xsi:type="dcterms:W3CDTF">2026-05-10T11:43:38Z</dcterms:created>
  <dcterms:modified xsi:type="dcterms:W3CDTF">2026-05-11T10:04:18Z</dcterms:modified>
  <cp:category/>
</cp:coreProperties>
</file>